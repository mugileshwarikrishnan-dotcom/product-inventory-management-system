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38900"/>
  <p:notesSz cx="6858000" cy="9144000"/>
  <p:embeddedFontLst>
    <p:embeddedFont>
      <p:font typeface="Roboto Mono Medium" charset="1" panose="00000000000000000000"/>
      <p:regular r:id="rId16"/>
    </p:embeddedFont>
    <p:embeddedFont>
      <p:font typeface="Roboto" charset="1" panose="02000000000000000000"/>
      <p:regular r:id="rId17"/>
    </p:embeddedFont>
    <p:embeddedFont>
      <p:font typeface="Roboto Mono Light" charset="1" panose="00000000000000000000"/>
      <p:regular r:id="rId18"/>
    </p:embeddedFont>
    <p:embeddedFont>
      <p:font typeface="Roboto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20163" y="1679172"/>
            <a:ext cx="5937237" cy="222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b="true" sz="348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Product Inventory Management: Optimizing Stock for Business Success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0010" y="4019826"/>
            <a:ext cx="44815" cy="3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163" y="4134126"/>
            <a:ext cx="5468817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Master theartofbalancingstocklevelstomaximizeprofitabilitywhile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163" y="4419876"/>
            <a:ext cx="2169138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meeting customerdemand.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20163" y="1260072"/>
            <a:ext cx="4649476" cy="1135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b="true" sz="348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Why Inventory Management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6417" y="2616041"/>
            <a:ext cx="135531" cy="4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163" y="2825591"/>
            <a:ext cx="2453478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 Critical Business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0163" y="3101816"/>
            <a:ext cx="2789444" cy="1831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Asset</a:t>
            </a:r>
          </a:p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Inventory representsone ofthe largest assets on your balance sheet, directly influencing revenue streams and customer satisfaction </a:t>
            </a:r>
          </a:p>
          <a:p>
            <a:pPr algn="l">
              <a:lnSpc>
                <a:spcPts val="2399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levels.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0093" y="3419751"/>
            <a:ext cx="44815" cy="3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7503" y="2825591"/>
            <a:ext cx="2195979" cy="55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TheCostofPoor Control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97359" y="3419751"/>
            <a:ext cx="44815" cy="39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7503" y="3534051"/>
            <a:ext cx="2334939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Withoutproper management,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97503" y="3819801"/>
            <a:ext cx="2656161" cy="112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businesses face costly stockouts that disappoint customers or overstocking that ties up capital </a:t>
            </a:r>
          </a:p>
          <a:p>
            <a:pPr algn="l">
              <a:lnSpc>
                <a:spcPts val="2399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and increases holding costs.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63" y="825160"/>
            <a:ext cx="8575786" cy="839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6"/>
              </a:lnSpc>
            </a:pPr>
            <a:r>
              <a:rPr lang="en-US" b="true" sz="331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Types of Inventory You Need to Know</a:t>
            </a:r>
          </a:p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Understanding the different categories of inventory helps you apply the right management strategies to each type.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7561" y="4694063"/>
            <a:ext cx="128768" cy="3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8489" y="5047078"/>
            <a:ext cx="4573943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Completed products ready for immediate sale and delivery to </a:t>
            </a:r>
          </a:p>
          <a:p>
            <a:pPr algn="l">
              <a:lnSpc>
                <a:spcPts val="149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end customers.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8144" y="2655713"/>
            <a:ext cx="128768" cy="3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8489" y="3008738"/>
            <a:ext cx="4786779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Basic inputs and components used in the production process to </a:t>
            </a:r>
          </a:p>
          <a:p>
            <a:pPr algn="l">
              <a:lnSpc>
                <a:spcPts val="157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create finished goods.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1513" y="2655713"/>
            <a:ext cx="128768" cy="3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63250" y="3008738"/>
            <a:ext cx="4057050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Semi-finished goods currently moving through various </a:t>
            </a:r>
          </a:p>
          <a:p>
            <a:pPr algn="l">
              <a:lnSpc>
                <a:spcPts val="157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production stages and manufacturing operations.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22905" y="4694063"/>
            <a:ext cx="128768" cy="3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63250" y="5047078"/>
            <a:ext cx="4223728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Maintenance, repair, and operating supplies that support </a:t>
            </a:r>
          </a:p>
          <a:p>
            <a:pPr algn="l">
              <a:lnSpc>
                <a:spcPts val="149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production but don't become part of the final product.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489" y="2703338"/>
            <a:ext cx="1596152" cy="28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Raw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Materials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8489" y="4741688"/>
            <a:ext cx="1718434" cy="28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Finished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Goods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3250" y="4741688"/>
            <a:ext cx="1473870" cy="28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MRO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Supplies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63250" y="2703338"/>
            <a:ext cx="2574407" cy="28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Work-in-Process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(WIP)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905375" y="1933575"/>
            <a:ext cx="5905500" cy="19050"/>
            <a:chOff x="0" y="0"/>
            <a:chExt cx="59055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F5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05375" y="2981325"/>
            <a:ext cx="5905500" cy="19050"/>
            <a:chOff x="0" y="0"/>
            <a:chExt cx="59055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F5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05375" y="4029075"/>
            <a:ext cx="5905500" cy="19050"/>
            <a:chOff x="0" y="0"/>
            <a:chExt cx="59055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F5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05375" y="5067300"/>
            <a:ext cx="5905500" cy="19050"/>
            <a:chOff x="0" y="0"/>
            <a:chExt cx="5905500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05500" cy="19050"/>
            </a:xfrm>
            <a:custGeom>
              <a:avLst/>
              <a:gdLst/>
              <a:ahLst/>
              <a:cxnLst/>
              <a:rect r="r" b="b" t="t" l="l"/>
              <a:pathLst>
                <a:path h="19050" w="5905500">
                  <a:moveTo>
                    <a:pt x="0" y="19050"/>
                  </a:moveTo>
                  <a:lnTo>
                    <a:pt x="5905500" y="19050"/>
                  </a:lnTo>
                  <a:lnTo>
                    <a:pt x="59055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F5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896450" y="634756"/>
            <a:ext cx="5170237" cy="1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b="true" sz="278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Key Inventory Management Objectives</a:t>
            </a:r>
          </a:p>
          <a:p>
            <a:pPr algn="l">
              <a:lnSpc>
                <a:spcPts val="2789"/>
              </a:lnSpc>
            </a:pPr>
            <a:r>
              <a:rPr lang="en-US" sz="1115">
                <a:solidFill>
                  <a:srgbClr val="E5E0DF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01</a:t>
            </a:r>
          </a:p>
          <a:p>
            <a:pPr algn="l">
              <a:lnSpc>
                <a:spcPts val="224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Ensure</a:t>
            </a:r>
            <a:r>
              <a:rPr lang="en-US" b="true" sz="1394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Product</a:t>
            </a:r>
            <a:r>
              <a:rPr lang="en-US" b="true" sz="1394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Availability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12203" y="1946148"/>
            <a:ext cx="108423" cy="31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96431" y="4829708"/>
            <a:ext cx="1869319" cy="56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04</a:t>
            </a:r>
          </a:p>
          <a:p>
            <a:pPr algn="l">
              <a:lnSpc>
                <a:spcPts val="224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Improve Efficiency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96450" y="2734208"/>
            <a:ext cx="1457382" cy="56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02</a:t>
            </a:r>
          </a:p>
          <a:p>
            <a:pPr algn="l">
              <a:lnSpc>
                <a:spcPts val="231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Minimize Costs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96450" y="3781958"/>
            <a:ext cx="2075278" cy="56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03</a:t>
            </a:r>
          </a:p>
          <a:p>
            <a:pPr algn="l">
              <a:lnSpc>
                <a:spcPts val="224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Balance Stock Levels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7652" y="3309204"/>
            <a:ext cx="35852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37908" y="5404704"/>
            <a:ext cx="35852" cy="24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51047" y="4356954"/>
            <a:ext cx="35852" cy="24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21062" y="2270979"/>
            <a:ext cx="35852" cy="24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06413" y="2318604"/>
            <a:ext cx="4122077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Meetcustomerdemandconsistentlywithoutinterruption or delay.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06413" y="4404579"/>
            <a:ext cx="4867713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Avoidbothexcessinventorythatties up capital and shortages that lose sales.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06413" y="3366354"/>
            <a:ext cx="5090322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Reduceinventoryholding and ordering expenses while maintaining service levels.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06413" y="5452329"/>
            <a:ext cx="5594652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2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Enhanceoperationalperformance and increase forecasting accuracy across all channels.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246"/>
            <a:ext cx="11556997" cy="6565897"/>
          </a:xfrm>
          <a:custGeom>
            <a:avLst/>
            <a:gdLst/>
            <a:ahLst/>
            <a:cxnLst/>
            <a:rect r="r" b="b" t="t" l="l"/>
            <a:pathLst>
              <a:path h="6565897" w="11556997">
                <a:moveTo>
                  <a:pt x="0" y="0"/>
                </a:moveTo>
                <a:lnTo>
                  <a:pt x="11556997" y="0"/>
                </a:lnTo>
                <a:lnTo>
                  <a:pt x="11556997" y="6565897"/>
                </a:lnTo>
                <a:lnTo>
                  <a:pt x="0" y="656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63" y="593322"/>
            <a:ext cx="9800482" cy="61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3"/>
              </a:lnSpc>
            </a:pPr>
            <a:r>
              <a:rPr lang="en-US" b="true" sz="348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Proven Inventory Management Strategies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6321" y="2196941"/>
            <a:ext cx="2324710" cy="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Just-In-Time (JIT)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38915" y="2581551"/>
            <a:ext cx="44815" cy="33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321" y="4530566"/>
            <a:ext cx="3741239" cy="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Economic Order Quantity (EOQ)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2885" y="4915176"/>
            <a:ext cx="44815" cy="33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9712" y="2254091"/>
            <a:ext cx="4599708" cy="122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ABC Analysis</a:t>
            </a:r>
          </a:p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Prioritize management efforts based on item value and turnover rate, focusing resources on high-impact inventory items.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9712" y="4530566"/>
            <a:ext cx="1552061" cy="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Safety Stock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72501" y="4915176"/>
            <a:ext cx="44815" cy="33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321" y="4972326"/>
            <a:ext cx="4447899" cy="5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Calculate theoptimalordersizethatminimizes total inventory costs including ordering and holding expenses.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6321" y="2638701"/>
            <a:ext cx="4699597" cy="84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Reduce inventorycostsbyreceiving goods only as they're needed in production, minimizing storage requirements and waste.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9712" y="4972326"/>
            <a:ext cx="4193943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Maintainbufferinventory to prevent stockouts during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9712" y="5258076"/>
            <a:ext cx="3980917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unexpected demand spikes or supply chain delays.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4848539" y="2692860"/>
            <a:ext cx="379486" cy="404584"/>
          </a:xfrm>
          <a:custGeom>
            <a:avLst/>
            <a:gdLst/>
            <a:ahLst/>
            <a:cxnLst/>
            <a:rect r="r" b="b" t="t" l="l"/>
            <a:pathLst>
              <a:path h="404584" w="379486">
                <a:moveTo>
                  <a:pt x="0" y="0"/>
                </a:moveTo>
                <a:lnTo>
                  <a:pt x="379486" y="0"/>
                </a:lnTo>
                <a:lnTo>
                  <a:pt x="379486" y="404584"/>
                </a:lnTo>
                <a:lnTo>
                  <a:pt x="0" y="404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70142" y="4778835"/>
            <a:ext cx="336280" cy="404584"/>
          </a:xfrm>
          <a:custGeom>
            <a:avLst/>
            <a:gdLst/>
            <a:ahLst/>
            <a:cxnLst/>
            <a:rect r="r" b="b" t="t" l="l"/>
            <a:pathLst>
              <a:path h="404584" w="336280">
                <a:moveTo>
                  <a:pt x="0" y="0"/>
                </a:moveTo>
                <a:lnTo>
                  <a:pt x="336280" y="0"/>
                </a:lnTo>
                <a:lnTo>
                  <a:pt x="336280" y="404584"/>
                </a:lnTo>
                <a:lnTo>
                  <a:pt x="0" y="4045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36033" y="1464335"/>
            <a:ext cx="404489" cy="404174"/>
          </a:xfrm>
          <a:custGeom>
            <a:avLst/>
            <a:gdLst/>
            <a:ahLst/>
            <a:cxnLst/>
            <a:rect r="r" b="b" t="t" l="l"/>
            <a:pathLst>
              <a:path h="404174" w="404489">
                <a:moveTo>
                  <a:pt x="0" y="0"/>
                </a:moveTo>
                <a:lnTo>
                  <a:pt x="404489" y="0"/>
                </a:lnTo>
                <a:lnTo>
                  <a:pt x="404489" y="404175"/>
                </a:lnTo>
                <a:lnTo>
                  <a:pt x="0" y="404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36062" y="3740658"/>
            <a:ext cx="404441" cy="404489"/>
          </a:xfrm>
          <a:custGeom>
            <a:avLst/>
            <a:gdLst/>
            <a:ahLst/>
            <a:cxnLst/>
            <a:rect r="r" b="b" t="t" l="l"/>
            <a:pathLst>
              <a:path h="404489" w="404441">
                <a:moveTo>
                  <a:pt x="0" y="0"/>
                </a:moveTo>
                <a:lnTo>
                  <a:pt x="404441" y="0"/>
                </a:lnTo>
                <a:lnTo>
                  <a:pt x="404441" y="404489"/>
                </a:lnTo>
                <a:lnTo>
                  <a:pt x="0" y="4044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06413" y="542649"/>
            <a:ext cx="5418715" cy="157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b="true" sz="2615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Leveraging Technology: Real- Time Inventory Tracking</a:t>
            </a:r>
          </a:p>
          <a:p>
            <a:pPr algn="l">
              <a:lnSpc>
                <a:spcPts val="2084"/>
              </a:lnSpc>
            </a:pPr>
            <a:r>
              <a:rPr lang="en-US" b="true" sz="1307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Channel Integration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06413" y="4147995"/>
            <a:ext cx="1357217" cy="25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"/>
              </a:lnSpc>
            </a:pPr>
            <a:r>
              <a:rPr lang="en-US" b="true" sz="1307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Data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35143" y="4403141"/>
            <a:ext cx="33614" cy="2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06413" y="5186220"/>
            <a:ext cx="1357217" cy="25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"/>
              </a:lnSpc>
            </a:pPr>
            <a:r>
              <a:rPr lang="en-US" b="true" sz="1307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Proven Results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64257" y="5441366"/>
            <a:ext cx="33614" cy="2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06413" y="3100245"/>
            <a:ext cx="1550375" cy="25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"/>
              </a:lnSpc>
            </a:pPr>
            <a:r>
              <a:rPr lang="en-US" b="true" sz="1307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Automated Alerts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55336" y="3355391"/>
            <a:ext cx="33614" cy="2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9178" y="2126666"/>
            <a:ext cx="33614" cy="2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6413" y="3403016"/>
            <a:ext cx="5240665" cy="18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Receivenotificationswheninventory reaches reorder points or drops to critical low levels.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06413" y="5479466"/>
            <a:ext cx="5606215" cy="19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Companiesusingreal-time tracking reduce stockouts by up to 30% and improve order accuracy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06413" y="5669966"/>
            <a:ext cx="738245" cy="19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significantly.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06413" y="4450766"/>
            <a:ext cx="5686454" cy="18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Identifyslow-movingitems and optimize replenishment schedules using intelligent data analysis.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06413" y="2164766"/>
            <a:ext cx="5857446" cy="19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ConnectwithPOSsystemsandsales channels for accurate, real-time stock level visibility across all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06413" y="2355266"/>
            <a:ext cx="577386" cy="19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046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locations.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41872" y="1670047"/>
            <a:ext cx="924449" cy="4312796"/>
            <a:chOff x="0" y="0"/>
            <a:chExt cx="924446" cy="43127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797560" cy="956818"/>
            </a:xfrm>
            <a:custGeom>
              <a:avLst/>
              <a:gdLst/>
              <a:ahLst/>
              <a:cxnLst/>
              <a:rect r="r" b="b" t="t" l="l"/>
              <a:pathLst>
                <a:path h="956818" w="797560">
                  <a:moveTo>
                    <a:pt x="0" y="797306"/>
                  </a:moveTo>
                  <a:lnTo>
                    <a:pt x="398780" y="956818"/>
                  </a:lnTo>
                  <a:lnTo>
                    <a:pt x="797560" y="797306"/>
                  </a:lnTo>
                  <a:lnTo>
                    <a:pt x="797560" y="0"/>
                  </a:lnTo>
                  <a:lnTo>
                    <a:pt x="398780" y="159512"/>
                  </a:lnTo>
                  <a:lnTo>
                    <a:pt x="0" y="0"/>
                  </a:lnTo>
                  <a:lnTo>
                    <a:pt x="0" y="797306"/>
                  </a:ln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47854" y="589280"/>
              <a:ext cx="23487" cy="24056"/>
            </a:xfrm>
            <a:custGeom>
              <a:avLst/>
              <a:gdLst/>
              <a:ahLst/>
              <a:cxnLst/>
              <a:rect r="r" b="b" t="t" l="l"/>
              <a:pathLst>
                <a:path h="24056" w="23487">
                  <a:moveTo>
                    <a:pt x="12775" y="14478"/>
                  </a:moveTo>
                  <a:cubicBezTo>
                    <a:pt x="12394" y="11684"/>
                    <a:pt x="12140" y="11176"/>
                    <a:pt x="11886" y="10922"/>
                  </a:cubicBezTo>
                  <a:lnTo>
                    <a:pt x="16204" y="7874"/>
                  </a:lnTo>
                  <a:lnTo>
                    <a:pt x="12775" y="11938"/>
                  </a:lnTo>
                  <a:cubicBezTo>
                    <a:pt x="11632" y="11049"/>
                    <a:pt x="10997" y="10922"/>
                    <a:pt x="10743" y="10795"/>
                  </a:cubicBezTo>
                  <a:lnTo>
                    <a:pt x="11251" y="5461"/>
                  </a:lnTo>
                  <a:lnTo>
                    <a:pt x="12267" y="10668"/>
                  </a:lnTo>
                  <a:cubicBezTo>
                    <a:pt x="10997" y="10922"/>
                    <a:pt x="10362" y="11303"/>
                    <a:pt x="10108" y="11684"/>
                  </a:cubicBezTo>
                  <a:lnTo>
                    <a:pt x="6171" y="8128"/>
                  </a:lnTo>
                  <a:lnTo>
                    <a:pt x="11124" y="10033"/>
                  </a:lnTo>
                  <a:cubicBezTo>
                    <a:pt x="10489" y="11557"/>
                    <a:pt x="10489" y="12065"/>
                    <a:pt x="10616" y="13462"/>
                  </a:cubicBezTo>
                  <a:lnTo>
                    <a:pt x="5282" y="13970"/>
                  </a:lnTo>
                  <a:lnTo>
                    <a:pt x="10108" y="11684"/>
                  </a:lnTo>
                  <a:cubicBezTo>
                    <a:pt x="10235" y="11938"/>
                    <a:pt x="9981" y="12065"/>
                    <a:pt x="13283" y="14605"/>
                  </a:cubicBezTo>
                  <a:cubicBezTo>
                    <a:pt x="15569" y="16383"/>
                    <a:pt x="16077" y="19685"/>
                    <a:pt x="14299" y="21971"/>
                  </a:cubicBezTo>
                  <a:cubicBezTo>
                    <a:pt x="12521" y="24257"/>
                    <a:pt x="9219" y="24765"/>
                    <a:pt x="6933" y="22987"/>
                  </a:cubicBezTo>
                  <a:cubicBezTo>
                    <a:pt x="3504" y="20447"/>
                    <a:pt x="1853" y="19050"/>
                    <a:pt x="583" y="16129"/>
                  </a:cubicBezTo>
                  <a:cubicBezTo>
                    <a:pt x="329" y="15494"/>
                    <a:pt x="202" y="14986"/>
                    <a:pt x="75" y="14351"/>
                  </a:cubicBezTo>
                  <a:cubicBezTo>
                    <a:pt x="-179" y="11176"/>
                    <a:pt x="202" y="9144"/>
                    <a:pt x="1345" y="6096"/>
                  </a:cubicBezTo>
                  <a:cubicBezTo>
                    <a:pt x="1599" y="5461"/>
                    <a:pt x="1853" y="4953"/>
                    <a:pt x="2361" y="4445"/>
                  </a:cubicBezTo>
                  <a:cubicBezTo>
                    <a:pt x="4520" y="2032"/>
                    <a:pt x="7441" y="635"/>
                    <a:pt x="10362" y="127"/>
                  </a:cubicBezTo>
                  <a:cubicBezTo>
                    <a:pt x="10870" y="0"/>
                    <a:pt x="11378" y="0"/>
                    <a:pt x="11886" y="0"/>
                  </a:cubicBezTo>
                  <a:cubicBezTo>
                    <a:pt x="14807" y="254"/>
                    <a:pt x="17474" y="1651"/>
                    <a:pt x="19760" y="3429"/>
                  </a:cubicBezTo>
                  <a:cubicBezTo>
                    <a:pt x="20141" y="3683"/>
                    <a:pt x="20395" y="4064"/>
                    <a:pt x="20649" y="4445"/>
                  </a:cubicBezTo>
                  <a:cubicBezTo>
                    <a:pt x="22427" y="6858"/>
                    <a:pt x="23062" y="9398"/>
                    <a:pt x="23443" y="12954"/>
                  </a:cubicBezTo>
                  <a:cubicBezTo>
                    <a:pt x="23824" y="15875"/>
                    <a:pt x="21665" y="18542"/>
                    <a:pt x="18744" y="18796"/>
                  </a:cubicBezTo>
                  <a:cubicBezTo>
                    <a:pt x="15823" y="19050"/>
                    <a:pt x="13156" y="17018"/>
                    <a:pt x="12902" y="1409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35243" y="424157"/>
              <a:ext cx="35469" cy="24774"/>
            </a:xfrm>
            <a:custGeom>
              <a:avLst/>
              <a:gdLst/>
              <a:ahLst/>
              <a:cxnLst/>
              <a:rect r="r" b="b" t="t" l="l"/>
              <a:pathLst>
                <a:path h="24774" w="35469">
                  <a:moveTo>
                    <a:pt x="28815" y="11199"/>
                  </a:moveTo>
                  <a:cubicBezTo>
                    <a:pt x="25894" y="10437"/>
                    <a:pt x="22846" y="10437"/>
                    <a:pt x="19798" y="10945"/>
                  </a:cubicBezTo>
                  <a:lnTo>
                    <a:pt x="18909" y="5738"/>
                  </a:lnTo>
                  <a:lnTo>
                    <a:pt x="20814" y="10691"/>
                  </a:lnTo>
                  <a:cubicBezTo>
                    <a:pt x="18401" y="11707"/>
                    <a:pt x="16496" y="12723"/>
                    <a:pt x="13956" y="15136"/>
                  </a:cubicBezTo>
                  <a:lnTo>
                    <a:pt x="10400" y="11199"/>
                  </a:lnTo>
                  <a:lnTo>
                    <a:pt x="14718" y="14374"/>
                  </a:lnTo>
                  <a:cubicBezTo>
                    <a:pt x="13575" y="15898"/>
                    <a:pt x="11924" y="18438"/>
                    <a:pt x="9892" y="22121"/>
                  </a:cubicBezTo>
                  <a:cubicBezTo>
                    <a:pt x="8495" y="24661"/>
                    <a:pt x="5193" y="25550"/>
                    <a:pt x="2653" y="24026"/>
                  </a:cubicBezTo>
                  <a:cubicBezTo>
                    <a:pt x="113" y="22502"/>
                    <a:pt x="-776" y="19327"/>
                    <a:pt x="748" y="16787"/>
                  </a:cubicBezTo>
                  <a:cubicBezTo>
                    <a:pt x="2907" y="13104"/>
                    <a:pt x="4685" y="10183"/>
                    <a:pt x="6209" y="8024"/>
                  </a:cubicBezTo>
                  <a:cubicBezTo>
                    <a:pt x="6463" y="7770"/>
                    <a:pt x="6590" y="7516"/>
                    <a:pt x="6844" y="7262"/>
                  </a:cubicBezTo>
                  <a:cubicBezTo>
                    <a:pt x="10273" y="4087"/>
                    <a:pt x="13321" y="2182"/>
                    <a:pt x="17004" y="785"/>
                  </a:cubicBezTo>
                  <a:cubicBezTo>
                    <a:pt x="17385" y="658"/>
                    <a:pt x="17639" y="531"/>
                    <a:pt x="18020" y="531"/>
                  </a:cubicBezTo>
                  <a:cubicBezTo>
                    <a:pt x="22465" y="-231"/>
                    <a:pt x="27037" y="-231"/>
                    <a:pt x="31482" y="912"/>
                  </a:cubicBezTo>
                  <a:cubicBezTo>
                    <a:pt x="34276" y="1674"/>
                    <a:pt x="36054" y="4468"/>
                    <a:pt x="35292" y="7389"/>
                  </a:cubicBezTo>
                  <a:cubicBezTo>
                    <a:pt x="34530" y="10310"/>
                    <a:pt x="31736" y="11961"/>
                    <a:pt x="28815" y="1119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4697" y="606430"/>
              <a:ext cx="38175" cy="40635"/>
            </a:xfrm>
            <a:custGeom>
              <a:avLst/>
              <a:gdLst/>
              <a:ahLst/>
              <a:cxnLst/>
              <a:rect r="r" b="b" t="t" l="l"/>
              <a:pathLst>
                <a:path h="40635" w="38175">
                  <a:moveTo>
                    <a:pt x="13410" y="7869"/>
                  </a:moveTo>
                  <a:cubicBezTo>
                    <a:pt x="11632" y="11171"/>
                    <a:pt x="10997" y="12568"/>
                    <a:pt x="10235" y="15489"/>
                  </a:cubicBezTo>
                  <a:lnTo>
                    <a:pt x="5155" y="14092"/>
                  </a:lnTo>
                  <a:lnTo>
                    <a:pt x="10489" y="14600"/>
                  </a:lnTo>
                  <a:cubicBezTo>
                    <a:pt x="10362" y="16124"/>
                    <a:pt x="10489" y="18156"/>
                    <a:pt x="11378" y="21204"/>
                  </a:cubicBezTo>
                  <a:lnTo>
                    <a:pt x="6298" y="22728"/>
                  </a:lnTo>
                  <a:lnTo>
                    <a:pt x="11124" y="20442"/>
                  </a:lnTo>
                  <a:cubicBezTo>
                    <a:pt x="11886" y="22220"/>
                    <a:pt x="13537" y="24633"/>
                    <a:pt x="15315" y="26411"/>
                  </a:cubicBezTo>
                  <a:lnTo>
                    <a:pt x="11505" y="30094"/>
                  </a:lnTo>
                  <a:lnTo>
                    <a:pt x="14807" y="25903"/>
                  </a:lnTo>
                  <a:cubicBezTo>
                    <a:pt x="16458" y="27300"/>
                    <a:pt x="18871" y="28570"/>
                    <a:pt x="21284" y="29586"/>
                  </a:cubicBezTo>
                  <a:lnTo>
                    <a:pt x="19379" y="34539"/>
                  </a:lnTo>
                  <a:lnTo>
                    <a:pt x="20522" y="29332"/>
                  </a:lnTo>
                  <a:cubicBezTo>
                    <a:pt x="22300" y="29713"/>
                    <a:pt x="23697" y="29967"/>
                    <a:pt x="32841" y="29967"/>
                  </a:cubicBezTo>
                  <a:cubicBezTo>
                    <a:pt x="35762" y="29967"/>
                    <a:pt x="38175" y="32380"/>
                    <a:pt x="38175" y="35301"/>
                  </a:cubicBezTo>
                  <a:cubicBezTo>
                    <a:pt x="38175" y="38222"/>
                    <a:pt x="35762" y="40635"/>
                    <a:pt x="32841" y="40635"/>
                  </a:cubicBezTo>
                  <a:cubicBezTo>
                    <a:pt x="23824" y="40635"/>
                    <a:pt x="21284" y="40508"/>
                    <a:pt x="18236" y="39746"/>
                  </a:cubicBezTo>
                  <a:cubicBezTo>
                    <a:pt x="17982" y="39746"/>
                    <a:pt x="17728" y="39619"/>
                    <a:pt x="17474" y="39492"/>
                  </a:cubicBezTo>
                  <a:cubicBezTo>
                    <a:pt x="14045" y="38222"/>
                    <a:pt x="10743" y="36317"/>
                    <a:pt x="8076" y="34158"/>
                  </a:cubicBezTo>
                  <a:cubicBezTo>
                    <a:pt x="7822" y="34031"/>
                    <a:pt x="7695" y="33777"/>
                    <a:pt x="7568" y="33650"/>
                  </a:cubicBezTo>
                  <a:cubicBezTo>
                    <a:pt x="5155" y="31110"/>
                    <a:pt x="2869" y="27681"/>
                    <a:pt x="1599" y="24887"/>
                  </a:cubicBezTo>
                  <a:cubicBezTo>
                    <a:pt x="1472" y="24633"/>
                    <a:pt x="1345" y="24379"/>
                    <a:pt x="1345" y="24125"/>
                  </a:cubicBezTo>
                  <a:cubicBezTo>
                    <a:pt x="202" y="20061"/>
                    <a:pt x="-179" y="16632"/>
                    <a:pt x="75" y="13584"/>
                  </a:cubicBezTo>
                  <a:cubicBezTo>
                    <a:pt x="75" y="13203"/>
                    <a:pt x="202" y="12949"/>
                    <a:pt x="202" y="12568"/>
                  </a:cubicBezTo>
                  <a:cubicBezTo>
                    <a:pt x="1218" y="8758"/>
                    <a:pt x="2107" y="6599"/>
                    <a:pt x="4266" y="2789"/>
                  </a:cubicBezTo>
                  <a:cubicBezTo>
                    <a:pt x="5663" y="249"/>
                    <a:pt x="8838" y="-767"/>
                    <a:pt x="11505" y="630"/>
                  </a:cubicBezTo>
                  <a:cubicBezTo>
                    <a:pt x="14172" y="2027"/>
                    <a:pt x="15061" y="5202"/>
                    <a:pt x="13664" y="786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53461" y="596279"/>
              <a:ext cx="30759" cy="50664"/>
            </a:xfrm>
            <a:custGeom>
              <a:avLst/>
              <a:gdLst/>
              <a:ahLst/>
              <a:cxnLst/>
              <a:rect r="r" b="b" t="t" l="l"/>
              <a:pathLst>
                <a:path h="50664" w="30759">
                  <a:moveTo>
                    <a:pt x="5212" y="39991"/>
                  </a:moveTo>
                  <a:cubicBezTo>
                    <a:pt x="7879" y="39864"/>
                    <a:pt x="11181" y="39102"/>
                    <a:pt x="12705" y="38467"/>
                  </a:cubicBezTo>
                  <a:lnTo>
                    <a:pt x="14737" y="43420"/>
                  </a:lnTo>
                  <a:lnTo>
                    <a:pt x="12070" y="38848"/>
                  </a:lnTo>
                  <a:cubicBezTo>
                    <a:pt x="14229" y="37578"/>
                    <a:pt x="16007" y="36181"/>
                    <a:pt x="18166" y="33768"/>
                  </a:cubicBezTo>
                  <a:lnTo>
                    <a:pt x="22103" y="37324"/>
                  </a:lnTo>
                  <a:lnTo>
                    <a:pt x="17531" y="34657"/>
                  </a:lnTo>
                  <a:cubicBezTo>
                    <a:pt x="18928" y="32244"/>
                    <a:pt x="19817" y="29704"/>
                    <a:pt x="20198" y="27799"/>
                  </a:cubicBezTo>
                  <a:lnTo>
                    <a:pt x="25405" y="28815"/>
                  </a:lnTo>
                  <a:lnTo>
                    <a:pt x="20071" y="28561"/>
                  </a:lnTo>
                  <a:cubicBezTo>
                    <a:pt x="20198" y="26402"/>
                    <a:pt x="19817" y="24243"/>
                    <a:pt x="19436" y="22719"/>
                  </a:cubicBezTo>
                  <a:lnTo>
                    <a:pt x="24516" y="21195"/>
                  </a:lnTo>
                  <a:lnTo>
                    <a:pt x="19690" y="23481"/>
                  </a:lnTo>
                  <a:cubicBezTo>
                    <a:pt x="18547" y="20941"/>
                    <a:pt x="15753" y="15861"/>
                    <a:pt x="11181" y="7987"/>
                  </a:cubicBezTo>
                  <a:cubicBezTo>
                    <a:pt x="9657" y="5447"/>
                    <a:pt x="10546" y="2272"/>
                    <a:pt x="13086" y="748"/>
                  </a:cubicBezTo>
                  <a:cubicBezTo>
                    <a:pt x="15626" y="-776"/>
                    <a:pt x="18801" y="113"/>
                    <a:pt x="20325" y="2653"/>
                  </a:cubicBezTo>
                  <a:cubicBezTo>
                    <a:pt x="24897" y="10400"/>
                    <a:pt x="27945" y="15988"/>
                    <a:pt x="29342" y="18909"/>
                  </a:cubicBezTo>
                  <a:cubicBezTo>
                    <a:pt x="29469" y="19163"/>
                    <a:pt x="29596" y="19417"/>
                    <a:pt x="29596" y="19671"/>
                  </a:cubicBezTo>
                  <a:cubicBezTo>
                    <a:pt x="30358" y="22338"/>
                    <a:pt x="30866" y="25640"/>
                    <a:pt x="30739" y="29069"/>
                  </a:cubicBezTo>
                  <a:cubicBezTo>
                    <a:pt x="30739" y="29323"/>
                    <a:pt x="30739" y="29577"/>
                    <a:pt x="30612" y="29831"/>
                  </a:cubicBezTo>
                  <a:cubicBezTo>
                    <a:pt x="29977" y="32879"/>
                    <a:pt x="28580" y="36689"/>
                    <a:pt x="26548" y="39991"/>
                  </a:cubicBezTo>
                  <a:cubicBezTo>
                    <a:pt x="26421" y="40245"/>
                    <a:pt x="26167" y="40499"/>
                    <a:pt x="25913" y="40753"/>
                  </a:cubicBezTo>
                  <a:cubicBezTo>
                    <a:pt x="23119" y="43928"/>
                    <a:pt x="20452" y="46087"/>
                    <a:pt x="17150" y="47992"/>
                  </a:cubicBezTo>
                  <a:cubicBezTo>
                    <a:pt x="16896" y="48119"/>
                    <a:pt x="16769" y="48246"/>
                    <a:pt x="16515" y="48373"/>
                  </a:cubicBezTo>
                  <a:cubicBezTo>
                    <a:pt x="13848" y="49516"/>
                    <a:pt x="9403" y="50405"/>
                    <a:pt x="5593" y="50659"/>
                  </a:cubicBezTo>
                  <a:cubicBezTo>
                    <a:pt x="2672" y="50786"/>
                    <a:pt x="132" y="48627"/>
                    <a:pt x="5" y="45706"/>
                  </a:cubicBezTo>
                  <a:cubicBezTo>
                    <a:pt x="-122" y="42785"/>
                    <a:pt x="2037" y="40245"/>
                    <a:pt x="4958" y="4011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1846" y="425651"/>
              <a:ext cx="31281" cy="40044"/>
            </a:xfrm>
            <a:custGeom>
              <a:avLst/>
              <a:gdLst/>
              <a:ahLst/>
              <a:cxnLst/>
              <a:rect r="r" b="b" t="t" l="l"/>
              <a:pathLst>
                <a:path h="40044" w="31281">
                  <a:moveTo>
                    <a:pt x="21262" y="37391"/>
                  </a:moveTo>
                  <a:cubicBezTo>
                    <a:pt x="9832" y="17833"/>
                    <a:pt x="7800" y="14658"/>
                    <a:pt x="6403" y="12880"/>
                  </a:cubicBezTo>
                  <a:lnTo>
                    <a:pt x="10594" y="9578"/>
                  </a:lnTo>
                  <a:lnTo>
                    <a:pt x="6911" y="13388"/>
                  </a:lnTo>
                  <a:cubicBezTo>
                    <a:pt x="6276" y="12753"/>
                    <a:pt x="4625" y="11356"/>
                    <a:pt x="2085" y="9451"/>
                  </a:cubicBezTo>
                  <a:cubicBezTo>
                    <a:pt x="-201" y="7673"/>
                    <a:pt x="-709" y="4371"/>
                    <a:pt x="1069" y="2085"/>
                  </a:cubicBezTo>
                  <a:cubicBezTo>
                    <a:pt x="2847" y="-201"/>
                    <a:pt x="6149" y="-709"/>
                    <a:pt x="8435" y="1069"/>
                  </a:cubicBezTo>
                  <a:cubicBezTo>
                    <a:pt x="11102" y="3101"/>
                    <a:pt x="13134" y="4752"/>
                    <a:pt x="14404" y="5895"/>
                  </a:cubicBezTo>
                  <a:cubicBezTo>
                    <a:pt x="14531" y="6022"/>
                    <a:pt x="14658" y="6276"/>
                    <a:pt x="14912" y="6403"/>
                  </a:cubicBezTo>
                  <a:cubicBezTo>
                    <a:pt x="16817" y="8816"/>
                    <a:pt x="19357" y="12880"/>
                    <a:pt x="30533" y="32057"/>
                  </a:cubicBezTo>
                  <a:cubicBezTo>
                    <a:pt x="32057" y="34597"/>
                    <a:pt x="31168" y="37772"/>
                    <a:pt x="28628" y="39296"/>
                  </a:cubicBezTo>
                  <a:cubicBezTo>
                    <a:pt x="26088" y="40820"/>
                    <a:pt x="22913" y="39931"/>
                    <a:pt x="21389" y="3739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52608" y="597987"/>
              <a:ext cx="18492" cy="15571"/>
            </a:xfrm>
            <a:custGeom>
              <a:avLst/>
              <a:gdLst/>
              <a:ahLst/>
              <a:cxnLst/>
              <a:rect r="r" b="b" t="t" l="l"/>
              <a:pathLst>
                <a:path h="15571" w="18492">
                  <a:moveTo>
                    <a:pt x="17800" y="7930"/>
                  </a:moveTo>
                  <a:cubicBezTo>
                    <a:pt x="15133" y="12375"/>
                    <a:pt x="10942" y="15042"/>
                    <a:pt x="5735" y="15550"/>
                  </a:cubicBezTo>
                  <a:cubicBezTo>
                    <a:pt x="2814" y="15804"/>
                    <a:pt x="274" y="13645"/>
                    <a:pt x="20" y="10724"/>
                  </a:cubicBezTo>
                  <a:cubicBezTo>
                    <a:pt x="-234" y="7803"/>
                    <a:pt x="1925" y="5263"/>
                    <a:pt x="4846" y="5009"/>
                  </a:cubicBezTo>
                  <a:cubicBezTo>
                    <a:pt x="6624" y="4882"/>
                    <a:pt x="7767" y="4120"/>
                    <a:pt x="8656" y="2596"/>
                  </a:cubicBezTo>
                  <a:cubicBezTo>
                    <a:pt x="10180" y="56"/>
                    <a:pt x="13355" y="-706"/>
                    <a:pt x="15895" y="691"/>
                  </a:cubicBezTo>
                  <a:cubicBezTo>
                    <a:pt x="18435" y="2088"/>
                    <a:pt x="19197" y="5390"/>
                    <a:pt x="17800" y="793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54025" y="479044"/>
              <a:ext cx="10668" cy="95123"/>
            </a:xfrm>
            <a:custGeom>
              <a:avLst/>
              <a:gdLst/>
              <a:ahLst/>
              <a:cxnLst/>
              <a:rect r="r" b="b" t="t" l="l"/>
              <a:pathLst>
                <a:path h="95123" w="10668">
                  <a:moveTo>
                    <a:pt x="0" y="89789"/>
                  </a:moveTo>
                  <a:lnTo>
                    <a:pt x="0" y="5334"/>
                  </a:lnTo>
                  <a:cubicBezTo>
                    <a:pt x="0" y="2413"/>
                    <a:pt x="2413" y="0"/>
                    <a:pt x="5334" y="0"/>
                  </a:cubicBezTo>
                  <a:cubicBezTo>
                    <a:pt x="8255" y="0"/>
                    <a:pt x="10668" y="2413"/>
                    <a:pt x="10668" y="5334"/>
                  </a:cubicBezTo>
                  <a:lnTo>
                    <a:pt x="10668" y="89789"/>
                  </a:lnTo>
                  <a:cubicBezTo>
                    <a:pt x="10668" y="92710"/>
                    <a:pt x="8255" y="95123"/>
                    <a:pt x="5334" y="95123"/>
                  </a:cubicBezTo>
                  <a:cubicBezTo>
                    <a:pt x="2413" y="95123"/>
                    <a:pt x="0" y="92710"/>
                    <a:pt x="0" y="8978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59982" y="424930"/>
              <a:ext cx="12343" cy="11200"/>
            </a:xfrm>
            <a:custGeom>
              <a:avLst/>
              <a:gdLst/>
              <a:ahLst/>
              <a:cxnLst/>
              <a:rect r="r" b="b" t="t" l="l"/>
              <a:pathLst>
                <a:path h="11200" w="12343">
                  <a:moveTo>
                    <a:pt x="6997" y="266"/>
                  </a:moveTo>
                  <a:lnTo>
                    <a:pt x="8775" y="901"/>
                  </a:lnTo>
                  <a:cubicBezTo>
                    <a:pt x="11569" y="1790"/>
                    <a:pt x="12966" y="4838"/>
                    <a:pt x="12077" y="7632"/>
                  </a:cubicBezTo>
                  <a:cubicBezTo>
                    <a:pt x="11188" y="10426"/>
                    <a:pt x="8140" y="11823"/>
                    <a:pt x="5346" y="10934"/>
                  </a:cubicBezTo>
                  <a:lnTo>
                    <a:pt x="3568" y="10299"/>
                  </a:lnTo>
                  <a:cubicBezTo>
                    <a:pt x="774" y="9410"/>
                    <a:pt x="-623" y="6362"/>
                    <a:pt x="266" y="3568"/>
                  </a:cubicBezTo>
                  <a:cubicBezTo>
                    <a:pt x="1155" y="774"/>
                    <a:pt x="4203" y="-623"/>
                    <a:pt x="6997" y="26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8088" y="438291"/>
              <a:ext cx="107668" cy="178788"/>
            </a:xfrm>
            <a:custGeom>
              <a:avLst/>
              <a:gdLst/>
              <a:ahLst/>
              <a:cxnLst/>
              <a:rect r="r" b="b" t="t" l="l"/>
              <a:pathLst>
                <a:path h="178788" w="107668">
                  <a:moveTo>
                    <a:pt x="106920" y="7987"/>
                  </a:moveTo>
                  <a:lnTo>
                    <a:pt x="9892" y="176135"/>
                  </a:lnTo>
                  <a:cubicBezTo>
                    <a:pt x="8368" y="178675"/>
                    <a:pt x="5193" y="179564"/>
                    <a:pt x="2653" y="178040"/>
                  </a:cubicBezTo>
                  <a:cubicBezTo>
                    <a:pt x="113" y="176516"/>
                    <a:pt x="-776" y="173341"/>
                    <a:pt x="748" y="170801"/>
                  </a:cubicBezTo>
                  <a:lnTo>
                    <a:pt x="97776" y="2653"/>
                  </a:lnTo>
                  <a:cubicBezTo>
                    <a:pt x="99300" y="113"/>
                    <a:pt x="102475" y="-776"/>
                    <a:pt x="105015" y="748"/>
                  </a:cubicBezTo>
                  <a:cubicBezTo>
                    <a:pt x="107555" y="2272"/>
                    <a:pt x="108444" y="5447"/>
                    <a:pt x="106920" y="798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82360" y="455055"/>
              <a:ext cx="92174" cy="151737"/>
            </a:xfrm>
            <a:custGeom>
              <a:avLst/>
              <a:gdLst/>
              <a:ahLst/>
              <a:cxnLst/>
              <a:rect r="r" b="b" t="t" l="l"/>
              <a:pathLst>
                <a:path h="151737" w="92174">
                  <a:moveTo>
                    <a:pt x="82282" y="148957"/>
                  </a:moveTo>
                  <a:lnTo>
                    <a:pt x="748" y="7987"/>
                  </a:lnTo>
                  <a:cubicBezTo>
                    <a:pt x="-776" y="5447"/>
                    <a:pt x="113" y="2272"/>
                    <a:pt x="2653" y="748"/>
                  </a:cubicBezTo>
                  <a:cubicBezTo>
                    <a:pt x="5193" y="-776"/>
                    <a:pt x="8368" y="113"/>
                    <a:pt x="9892" y="2653"/>
                  </a:cubicBezTo>
                  <a:lnTo>
                    <a:pt x="91426" y="143750"/>
                  </a:lnTo>
                  <a:cubicBezTo>
                    <a:pt x="92950" y="146290"/>
                    <a:pt x="92061" y="149465"/>
                    <a:pt x="89521" y="150989"/>
                  </a:cubicBezTo>
                  <a:cubicBezTo>
                    <a:pt x="86981" y="152513"/>
                    <a:pt x="83806" y="151624"/>
                    <a:pt x="82282" y="14908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62077" y="636270"/>
              <a:ext cx="202184" cy="10668"/>
            </a:xfrm>
            <a:custGeom>
              <a:avLst/>
              <a:gdLst/>
              <a:ahLst/>
              <a:cxnLst/>
              <a:rect r="r" b="b" t="t" l="l"/>
              <a:pathLst>
                <a:path h="10668" w="202184">
                  <a:moveTo>
                    <a:pt x="5334" y="0"/>
                  </a:moveTo>
                  <a:lnTo>
                    <a:pt x="196850" y="0"/>
                  </a:lnTo>
                  <a:cubicBezTo>
                    <a:pt x="199771" y="0"/>
                    <a:pt x="202184" y="2413"/>
                    <a:pt x="202184" y="5334"/>
                  </a:cubicBezTo>
                  <a:cubicBezTo>
                    <a:pt x="202184" y="8255"/>
                    <a:pt x="199771" y="10668"/>
                    <a:pt x="196850" y="10668"/>
                  </a:cubicBezTo>
                  <a:lnTo>
                    <a:pt x="5334" y="10668"/>
                  </a:lnTo>
                  <a:cubicBezTo>
                    <a:pt x="2413" y="10668"/>
                    <a:pt x="0" y="8255"/>
                    <a:pt x="0" y="5334"/>
                  </a:cubicBezTo>
                  <a:cubicBezTo>
                    <a:pt x="0" y="2413"/>
                    <a:pt x="2413" y="0"/>
                    <a:pt x="5334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1016000"/>
              <a:ext cx="797560" cy="1138936"/>
            </a:xfrm>
            <a:custGeom>
              <a:avLst/>
              <a:gdLst/>
              <a:ahLst/>
              <a:cxnLst/>
              <a:rect r="r" b="b" t="t" l="l"/>
              <a:pathLst>
                <a:path h="1138936" w="797560">
                  <a:moveTo>
                    <a:pt x="0" y="979425"/>
                  </a:moveTo>
                  <a:lnTo>
                    <a:pt x="398780" y="1138936"/>
                  </a:lnTo>
                  <a:lnTo>
                    <a:pt x="797560" y="979425"/>
                  </a:lnTo>
                  <a:lnTo>
                    <a:pt x="797560" y="0"/>
                  </a:lnTo>
                  <a:lnTo>
                    <a:pt x="398780" y="159512"/>
                  </a:lnTo>
                  <a:lnTo>
                    <a:pt x="0" y="0"/>
                  </a:lnTo>
                  <a:lnTo>
                    <a:pt x="0" y="979425"/>
                  </a:ln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35153" y="1458342"/>
              <a:ext cx="248285" cy="249809"/>
            </a:xfrm>
            <a:custGeom>
              <a:avLst/>
              <a:gdLst/>
              <a:ahLst/>
              <a:cxnLst/>
              <a:rect r="r" b="b" t="t" l="l"/>
              <a:pathLst>
                <a:path h="249809" w="248285">
                  <a:moveTo>
                    <a:pt x="9017" y="1650"/>
                  </a:moveTo>
                  <a:lnTo>
                    <a:pt x="246761" y="240791"/>
                  </a:lnTo>
                  <a:cubicBezTo>
                    <a:pt x="248793" y="242824"/>
                    <a:pt x="248793" y="246253"/>
                    <a:pt x="246761" y="248285"/>
                  </a:cubicBezTo>
                  <a:cubicBezTo>
                    <a:pt x="244729" y="250316"/>
                    <a:pt x="241300" y="250316"/>
                    <a:pt x="239268" y="248285"/>
                  </a:cubicBezTo>
                  <a:lnTo>
                    <a:pt x="1524" y="9016"/>
                  </a:lnTo>
                  <a:cubicBezTo>
                    <a:pt x="-508" y="6984"/>
                    <a:pt x="-508" y="3555"/>
                    <a:pt x="1524" y="1524"/>
                  </a:cubicBezTo>
                  <a:cubicBezTo>
                    <a:pt x="3556" y="-509"/>
                    <a:pt x="6985" y="-509"/>
                    <a:pt x="9017" y="152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36677" y="1459992"/>
              <a:ext cx="246126" cy="247396"/>
            </a:xfrm>
            <a:custGeom>
              <a:avLst/>
              <a:gdLst/>
              <a:ahLst/>
              <a:cxnLst/>
              <a:rect r="r" b="b" t="t" l="l"/>
              <a:pathLst>
                <a:path h="247396" w="246126">
                  <a:moveTo>
                    <a:pt x="1524" y="238380"/>
                  </a:moveTo>
                  <a:lnTo>
                    <a:pt x="237109" y="1524"/>
                  </a:lnTo>
                  <a:cubicBezTo>
                    <a:pt x="239141" y="-508"/>
                    <a:pt x="242570" y="-508"/>
                    <a:pt x="244602" y="1524"/>
                  </a:cubicBezTo>
                  <a:cubicBezTo>
                    <a:pt x="246634" y="3556"/>
                    <a:pt x="246634" y="6985"/>
                    <a:pt x="244602" y="9017"/>
                  </a:cubicBezTo>
                  <a:lnTo>
                    <a:pt x="9017" y="245873"/>
                  </a:lnTo>
                  <a:cubicBezTo>
                    <a:pt x="6985" y="247905"/>
                    <a:pt x="3556" y="247905"/>
                    <a:pt x="1524" y="245873"/>
                  </a:cubicBezTo>
                  <a:cubicBezTo>
                    <a:pt x="-508" y="243841"/>
                    <a:pt x="-508" y="240412"/>
                    <a:pt x="1524" y="23838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2159001"/>
              <a:ext cx="797560" cy="1138936"/>
            </a:xfrm>
            <a:custGeom>
              <a:avLst/>
              <a:gdLst/>
              <a:ahLst/>
              <a:cxnLst/>
              <a:rect r="r" b="b" t="t" l="l"/>
              <a:pathLst>
                <a:path h="1138936" w="797560">
                  <a:moveTo>
                    <a:pt x="0" y="979424"/>
                  </a:moveTo>
                  <a:lnTo>
                    <a:pt x="398780" y="1138936"/>
                  </a:lnTo>
                  <a:lnTo>
                    <a:pt x="797560" y="979424"/>
                  </a:lnTo>
                  <a:lnTo>
                    <a:pt x="797560" y="0"/>
                  </a:lnTo>
                  <a:lnTo>
                    <a:pt x="398780" y="159512"/>
                  </a:lnTo>
                  <a:lnTo>
                    <a:pt x="0" y="0"/>
                  </a:lnTo>
                  <a:lnTo>
                    <a:pt x="0" y="979424"/>
                  </a:ln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12222" y="2645787"/>
              <a:ext cx="94254" cy="126248"/>
            </a:xfrm>
            <a:custGeom>
              <a:avLst/>
              <a:gdLst/>
              <a:ahLst/>
              <a:cxnLst/>
              <a:rect r="r" b="b" t="t" l="l"/>
              <a:pathLst>
                <a:path h="126248" w="94254">
                  <a:moveTo>
                    <a:pt x="147" y="45090"/>
                  </a:moveTo>
                  <a:cubicBezTo>
                    <a:pt x="909" y="37851"/>
                    <a:pt x="1671" y="33533"/>
                    <a:pt x="2687" y="30358"/>
                  </a:cubicBezTo>
                  <a:cubicBezTo>
                    <a:pt x="2687" y="30231"/>
                    <a:pt x="2814" y="29977"/>
                    <a:pt x="2941" y="29850"/>
                  </a:cubicBezTo>
                  <a:cubicBezTo>
                    <a:pt x="5354" y="24262"/>
                    <a:pt x="7005" y="21214"/>
                    <a:pt x="9164" y="18166"/>
                  </a:cubicBezTo>
                  <a:cubicBezTo>
                    <a:pt x="9291" y="18039"/>
                    <a:pt x="9418" y="17912"/>
                    <a:pt x="9418" y="17785"/>
                  </a:cubicBezTo>
                  <a:cubicBezTo>
                    <a:pt x="11831" y="14864"/>
                    <a:pt x="14625" y="12070"/>
                    <a:pt x="17546" y="9784"/>
                  </a:cubicBezTo>
                  <a:cubicBezTo>
                    <a:pt x="17673" y="9657"/>
                    <a:pt x="17800" y="9530"/>
                    <a:pt x="17927" y="9530"/>
                  </a:cubicBezTo>
                  <a:cubicBezTo>
                    <a:pt x="20848" y="7498"/>
                    <a:pt x="26436" y="4577"/>
                    <a:pt x="29484" y="3434"/>
                  </a:cubicBezTo>
                  <a:cubicBezTo>
                    <a:pt x="29611" y="3434"/>
                    <a:pt x="29738" y="3307"/>
                    <a:pt x="29865" y="3307"/>
                  </a:cubicBezTo>
                  <a:cubicBezTo>
                    <a:pt x="34183" y="2037"/>
                    <a:pt x="38374" y="1021"/>
                    <a:pt x="42692" y="386"/>
                  </a:cubicBezTo>
                  <a:cubicBezTo>
                    <a:pt x="42819" y="386"/>
                    <a:pt x="42946" y="386"/>
                    <a:pt x="42946" y="386"/>
                  </a:cubicBezTo>
                  <a:cubicBezTo>
                    <a:pt x="47264" y="5"/>
                    <a:pt x="50947" y="-122"/>
                    <a:pt x="54757" y="132"/>
                  </a:cubicBezTo>
                  <a:cubicBezTo>
                    <a:pt x="54884" y="132"/>
                    <a:pt x="55011" y="132"/>
                    <a:pt x="55138" y="132"/>
                  </a:cubicBezTo>
                  <a:cubicBezTo>
                    <a:pt x="59329" y="767"/>
                    <a:pt x="63266" y="1656"/>
                    <a:pt x="66695" y="2926"/>
                  </a:cubicBezTo>
                  <a:cubicBezTo>
                    <a:pt x="66949" y="3053"/>
                    <a:pt x="67203" y="3053"/>
                    <a:pt x="67330" y="3180"/>
                  </a:cubicBezTo>
                  <a:cubicBezTo>
                    <a:pt x="72664" y="5847"/>
                    <a:pt x="75712" y="7879"/>
                    <a:pt x="78760" y="10419"/>
                  </a:cubicBezTo>
                  <a:cubicBezTo>
                    <a:pt x="78887" y="10546"/>
                    <a:pt x="79014" y="10673"/>
                    <a:pt x="79141" y="10673"/>
                  </a:cubicBezTo>
                  <a:cubicBezTo>
                    <a:pt x="81935" y="13467"/>
                    <a:pt x="84348" y="16388"/>
                    <a:pt x="86507" y="19436"/>
                  </a:cubicBezTo>
                  <a:cubicBezTo>
                    <a:pt x="86634" y="19563"/>
                    <a:pt x="86634" y="19690"/>
                    <a:pt x="86761" y="19817"/>
                  </a:cubicBezTo>
                  <a:cubicBezTo>
                    <a:pt x="88793" y="23373"/>
                    <a:pt x="90825" y="27691"/>
                    <a:pt x="92349" y="32136"/>
                  </a:cubicBezTo>
                  <a:cubicBezTo>
                    <a:pt x="92349" y="32263"/>
                    <a:pt x="92476" y="32517"/>
                    <a:pt x="92476" y="32644"/>
                  </a:cubicBezTo>
                  <a:cubicBezTo>
                    <a:pt x="93619" y="37597"/>
                    <a:pt x="94254" y="42042"/>
                    <a:pt x="94254" y="46487"/>
                  </a:cubicBezTo>
                  <a:cubicBezTo>
                    <a:pt x="94254" y="46741"/>
                    <a:pt x="94254" y="46868"/>
                    <a:pt x="94254" y="47122"/>
                  </a:cubicBezTo>
                  <a:cubicBezTo>
                    <a:pt x="93746" y="52329"/>
                    <a:pt x="92730" y="56774"/>
                    <a:pt x="91206" y="61219"/>
                  </a:cubicBezTo>
                  <a:cubicBezTo>
                    <a:pt x="91079" y="61346"/>
                    <a:pt x="91079" y="61600"/>
                    <a:pt x="90952" y="61727"/>
                  </a:cubicBezTo>
                  <a:cubicBezTo>
                    <a:pt x="88920" y="66172"/>
                    <a:pt x="86634" y="69855"/>
                    <a:pt x="83459" y="74173"/>
                  </a:cubicBezTo>
                  <a:cubicBezTo>
                    <a:pt x="83332" y="74300"/>
                    <a:pt x="83205" y="74554"/>
                    <a:pt x="83078" y="74681"/>
                  </a:cubicBezTo>
                  <a:cubicBezTo>
                    <a:pt x="79903" y="78110"/>
                    <a:pt x="76728" y="80777"/>
                    <a:pt x="73553" y="83190"/>
                  </a:cubicBezTo>
                  <a:cubicBezTo>
                    <a:pt x="73426" y="83317"/>
                    <a:pt x="73299" y="83317"/>
                    <a:pt x="73172" y="83444"/>
                  </a:cubicBezTo>
                  <a:cubicBezTo>
                    <a:pt x="62377" y="90048"/>
                    <a:pt x="59583" y="92080"/>
                    <a:pt x="57170" y="94239"/>
                  </a:cubicBezTo>
                  <a:lnTo>
                    <a:pt x="53614" y="90302"/>
                  </a:lnTo>
                  <a:lnTo>
                    <a:pt x="57805" y="93604"/>
                  </a:lnTo>
                  <a:cubicBezTo>
                    <a:pt x="55392" y="96652"/>
                    <a:pt x="54122" y="98811"/>
                    <a:pt x="53106" y="100970"/>
                  </a:cubicBezTo>
                  <a:lnTo>
                    <a:pt x="48280" y="98684"/>
                  </a:lnTo>
                  <a:lnTo>
                    <a:pt x="53360" y="100462"/>
                  </a:lnTo>
                  <a:cubicBezTo>
                    <a:pt x="52598" y="102748"/>
                    <a:pt x="51709" y="105796"/>
                    <a:pt x="51201" y="108844"/>
                  </a:cubicBezTo>
                  <a:lnTo>
                    <a:pt x="45994" y="107955"/>
                  </a:lnTo>
                  <a:lnTo>
                    <a:pt x="51328" y="108463"/>
                  </a:lnTo>
                  <a:cubicBezTo>
                    <a:pt x="51074" y="111003"/>
                    <a:pt x="50820" y="115067"/>
                    <a:pt x="50693" y="121036"/>
                  </a:cubicBezTo>
                  <a:cubicBezTo>
                    <a:pt x="50566" y="123957"/>
                    <a:pt x="48153" y="126370"/>
                    <a:pt x="45232" y="126243"/>
                  </a:cubicBezTo>
                  <a:cubicBezTo>
                    <a:pt x="42311" y="126116"/>
                    <a:pt x="39898" y="123703"/>
                    <a:pt x="40025" y="120782"/>
                  </a:cubicBezTo>
                  <a:cubicBezTo>
                    <a:pt x="40152" y="114813"/>
                    <a:pt x="40406" y="110368"/>
                    <a:pt x="40660" y="107447"/>
                  </a:cubicBezTo>
                  <a:cubicBezTo>
                    <a:pt x="40660" y="107320"/>
                    <a:pt x="40660" y="107193"/>
                    <a:pt x="40660" y="107066"/>
                  </a:cubicBezTo>
                  <a:cubicBezTo>
                    <a:pt x="41295" y="103637"/>
                    <a:pt x="42184" y="99827"/>
                    <a:pt x="43200" y="96906"/>
                  </a:cubicBezTo>
                  <a:cubicBezTo>
                    <a:pt x="43200" y="96779"/>
                    <a:pt x="43327" y="96652"/>
                    <a:pt x="43327" y="96525"/>
                  </a:cubicBezTo>
                  <a:cubicBezTo>
                    <a:pt x="44724" y="93477"/>
                    <a:pt x="46502" y="90556"/>
                    <a:pt x="49423" y="86873"/>
                  </a:cubicBezTo>
                  <a:cubicBezTo>
                    <a:pt x="49550" y="86619"/>
                    <a:pt x="49804" y="86365"/>
                    <a:pt x="50058" y="86238"/>
                  </a:cubicBezTo>
                  <a:cubicBezTo>
                    <a:pt x="53233" y="83444"/>
                    <a:pt x="56789" y="80904"/>
                    <a:pt x="67584" y="74300"/>
                  </a:cubicBezTo>
                  <a:lnTo>
                    <a:pt x="70378" y="78872"/>
                  </a:lnTo>
                  <a:lnTo>
                    <a:pt x="67203" y="74554"/>
                  </a:lnTo>
                  <a:cubicBezTo>
                    <a:pt x="69997" y="72522"/>
                    <a:pt x="72537" y="70236"/>
                    <a:pt x="75331" y="67315"/>
                  </a:cubicBezTo>
                  <a:lnTo>
                    <a:pt x="79268" y="70998"/>
                  </a:lnTo>
                  <a:lnTo>
                    <a:pt x="74950" y="67823"/>
                  </a:lnTo>
                  <a:cubicBezTo>
                    <a:pt x="77871" y="63886"/>
                    <a:pt x="79649" y="60838"/>
                    <a:pt x="81427" y="57155"/>
                  </a:cubicBezTo>
                  <a:lnTo>
                    <a:pt x="86253" y="59441"/>
                  </a:lnTo>
                  <a:lnTo>
                    <a:pt x="81173" y="57663"/>
                  </a:lnTo>
                  <a:cubicBezTo>
                    <a:pt x="82443" y="53980"/>
                    <a:pt x="83205" y="50297"/>
                    <a:pt x="83713" y="45852"/>
                  </a:cubicBezTo>
                  <a:lnTo>
                    <a:pt x="89047" y="46360"/>
                  </a:lnTo>
                  <a:lnTo>
                    <a:pt x="83713" y="46487"/>
                  </a:lnTo>
                  <a:cubicBezTo>
                    <a:pt x="83713" y="42931"/>
                    <a:pt x="83205" y="39248"/>
                    <a:pt x="82189" y="35057"/>
                  </a:cubicBezTo>
                  <a:lnTo>
                    <a:pt x="87396" y="33787"/>
                  </a:lnTo>
                  <a:lnTo>
                    <a:pt x="82316" y="35565"/>
                  </a:lnTo>
                  <a:cubicBezTo>
                    <a:pt x="80919" y="31755"/>
                    <a:pt x="79268" y="28072"/>
                    <a:pt x="77490" y="25024"/>
                  </a:cubicBezTo>
                  <a:lnTo>
                    <a:pt x="82062" y="22357"/>
                  </a:lnTo>
                  <a:lnTo>
                    <a:pt x="77617" y="25405"/>
                  </a:lnTo>
                  <a:cubicBezTo>
                    <a:pt x="75839" y="22865"/>
                    <a:pt x="73807" y="20452"/>
                    <a:pt x="71521" y="18166"/>
                  </a:cubicBezTo>
                  <a:lnTo>
                    <a:pt x="75331" y="14356"/>
                  </a:lnTo>
                  <a:lnTo>
                    <a:pt x="71902" y="18420"/>
                  </a:lnTo>
                  <a:cubicBezTo>
                    <a:pt x="69616" y="16515"/>
                    <a:pt x="67203" y="14864"/>
                    <a:pt x="62504" y="12451"/>
                  </a:cubicBezTo>
                  <a:lnTo>
                    <a:pt x="64917" y="7625"/>
                  </a:lnTo>
                  <a:lnTo>
                    <a:pt x="63139" y="12705"/>
                  </a:lnTo>
                  <a:cubicBezTo>
                    <a:pt x="60472" y="11816"/>
                    <a:pt x="57043" y="10927"/>
                    <a:pt x="53487" y="10419"/>
                  </a:cubicBezTo>
                  <a:lnTo>
                    <a:pt x="54249" y="5085"/>
                  </a:lnTo>
                  <a:lnTo>
                    <a:pt x="53868" y="10419"/>
                  </a:lnTo>
                  <a:cubicBezTo>
                    <a:pt x="50693" y="10165"/>
                    <a:pt x="47645" y="10292"/>
                    <a:pt x="43708" y="10546"/>
                  </a:cubicBezTo>
                  <a:lnTo>
                    <a:pt x="43200" y="5212"/>
                  </a:lnTo>
                  <a:lnTo>
                    <a:pt x="43962" y="10546"/>
                  </a:lnTo>
                  <a:cubicBezTo>
                    <a:pt x="40152" y="11181"/>
                    <a:pt x="36469" y="11943"/>
                    <a:pt x="32659" y="13086"/>
                  </a:cubicBezTo>
                  <a:lnTo>
                    <a:pt x="31135" y="8006"/>
                  </a:lnTo>
                  <a:lnTo>
                    <a:pt x="33040" y="12959"/>
                  </a:lnTo>
                  <a:cubicBezTo>
                    <a:pt x="30627" y="13848"/>
                    <a:pt x="25801" y="16388"/>
                    <a:pt x="23642" y="17912"/>
                  </a:cubicBezTo>
                  <a:lnTo>
                    <a:pt x="20594" y="13467"/>
                  </a:lnTo>
                  <a:lnTo>
                    <a:pt x="24023" y="17658"/>
                  </a:lnTo>
                  <a:cubicBezTo>
                    <a:pt x="21610" y="19690"/>
                    <a:pt x="19324" y="21976"/>
                    <a:pt x="17292" y="24389"/>
                  </a:cubicBezTo>
                  <a:lnTo>
                    <a:pt x="13228" y="20960"/>
                  </a:lnTo>
                  <a:lnTo>
                    <a:pt x="17673" y="24008"/>
                  </a:lnTo>
                  <a:cubicBezTo>
                    <a:pt x="16022" y="26294"/>
                    <a:pt x="14752" y="28580"/>
                    <a:pt x="12593" y="33787"/>
                  </a:cubicBezTo>
                  <a:lnTo>
                    <a:pt x="7640" y="31628"/>
                  </a:lnTo>
                  <a:lnTo>
                    <a:pt x="12720" y="33152"/>
                  </a:lnTo>
                  <a:cubicBezTo>
                    <a:pt x="12085" y="35311"/>
                    <a:pt x="11323" y="38867"/>
                    <a:pt x="10688" y="45852"/>
                  </a:cubicBezTo>
                  <a:cubicBezTo>
                    <a:pt x="10434" y="48773"/>
                    <a:pt x="7767" y="50932"/>
                    <a:pt x="4846" y="50678"/>
                  </a:cubicBezTo>
                  <a:cubicBezTo>
                    <a:pt x="1925" y="50424"/>
                    <a:pt x="-234" y="47757"/>
                    <a:pt x="20" y="4483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34537" y="2601316"/>
              <a:ext cx="249768" cy="249791"/>
            </a:xfrm>
            <a:custGeom>
              <a:avLst/>
              <a:gdLst/>
              <a:ahLst/>
              <a:cxnLst/>
              <a:rect r="r" b="b" t="t" l="l"/>
              <a:pathLst>
                <a:path h="249791" w="249768">
                  <a:moveTo>
                    <a:pt x="47987" y="40412"/>
                  </a:moveTo>
                  <a:cubicBezTo>
                    <a:pt x="26651" y="59716"/>
                    <a:pt x="13443" y="86386"/>
                    <a:pt x="11030" y="114961"/>
                  </a:cubicBezTo>
                  <a:lnTo>
                    <a:pt x="5696" y="114453"/>
                  </a:lnTo>
                  <a:lnTo>
                    <a:pt x="11030" y="114961"/>
                  </a:lnTo>
                  <a:cubicBezTo>
                    <a:pt x="8490" y="143663"/>
                    <a:pt x="16872" y="172111"/>
                    <a:pt x="34525" y="194844"/>
                  </a:cubicBezTo>
                  <a:lnTo>
                    <a:pt x="30334" y="198146"/>
                  </a:lnTo>
                  <a:lnTo>
                    <a:pt x="34525" y="194844"/>
                  </a:lnTo>
                  <a:cubicBezTo>
                    <a:pt x="52178" y="217577"/>
                    <a:pt x="77578" y="232817"/>
                    <a:pt x="106026" y="237643"/>
                  </a:cubicBezTo>
                  <a:cubicBezTo>
                    <a:pt x="134347" y="242342"/>
                    <a:pt x="163430" y="236246"/>
                    <a:pt x="187560" y="220498"/>
                  </a:cubicBezTo>
                  <a:cubicBezTo>
                    <a:pt x="211563" y="204750"/>
                    <a:pt x="228835" y="180493"/>
                    <a:pt x="235820" y="152680"/>
                  </a:cubicBezTo>
                  <a:lnTo>
                    <a:pt x="241027" y="153950"/>
                  </a:lnTo>
                  <a:lnTo>
                    <a:pt x="235820" y="152680"/>
                  </a:lnTo>
                  <a:cubicBezTo>
                    <a:pt x="242805" y="124740"/>
                    <a:pt x="238995" y="95276"/>
                    <a:pt x="225152" y="70130"/>
                  </a:cubicBezTo>
                  <a:lnTo>
                    <a:pt x="229851" y="67590"/>
                  </a:lnTo>
                  <a:lnTo>
                    <a:pt x="225152" y="70130"/>
                  </a:lnTo>
                  <a:cubicBezTo>
                    <a:pt x="211309" y="44857"/>
                    <a:pt x="188576" y="25807"/>
                    <a:pt x="161271" y="16663"/>
                  </a:cubicBezTo>
                  <a:cubicBezTo>
                    <a:pt x="133966" y="7519"/>
                    <a:pt x="104375" y="8916"/>
                    <a:pt x="78086" y="20727"/>
                  </a:cubicBezTo>
                  <a:cubicBezTo>
                    <a:pt x="75419" y="21997"/>
                    <a:pt x="72244" y="20727"/>
                    <a:pt x="70974" y="18060"/>
                  </a:cubicBezTo>
                  <a:cubicBezTo>
                    <a:pt x="69704" y="15393"/>
                    <a:pt x="70974" y="12218"/>
                    <a:pt x="73641" y="10948"/>
                  </a:cubicBezTo>
                  <a:cubicBezTo>
                    <a:pt x="102343" y="-1879"/>
                    <a:pt x="134728" y="-3530"/>
                    <a:pt x="164573" y="6503"/>
                  </a:cubicBezTo>
                  <a:lnTo>
                    <a:pt x="162922" y="11583"/>
                  </a:lnTo>
                  <a:lnTo>
                    <a:pt x="164573" y="6503"/>
                  </a:lnTo>
                  <a:cubicBezTo>
                    <a:pt x="194418" y="16536"/>
                    <a:pt x="219310" y="37364"/>
                    <a:pt x="234423" y="64923"/>
                  </a:cubicBezTo>
                  <a:cubicBezTo>
                    <a:pt x="249536" y="92482"/>
                    <a:pt x="253600" y="124740"/>
                    <a:pt x="246107" y="155220"/>
                  </a:cubicBezTo>
                  <a:cubicBezTo>
                    <a:pt x="238487" y="185700"/>
                    <a:pt x="219691" y="212243"/>
                    <a:pt x="193402" y="229388"/>
                  </a:cubicBezTo>
                  <a:lnTo>
                    <a:pt x="190481" y="224943"/>
                  </a:lnTo>
                  <a:lnTo>
                    <a:pt x="193402" y="229388"/>
                  </a:lnTo>
                  <a:cubicBezTo>
                    <a:pt x="167113" y="246660"/>
                    <a:pt x="135236" y="253264"/>
                    <a:pt x="104248" y="248057"/>
                  </a:cubicBezTo>
                  <a:lnTo>
                    <a:pt x="105137" y="242723"/>
                  </a:lnTo>
                  <a:lnTo>
                    <a:pt x="104248" y="248057"/>
                  </a:lnTo>
                  <a:cubicBezTo>
                    <a:pt x="73260" y="242850"/>
                    <a:pt x="45320" y="226213"/>
                    <a:pt x="26143" y="201321"/>
                  </a:cubicBezTo>
                  <a:cubicBezTo>
                    <a:pt x="6966" y="176429"/>
                    <a:pt x="-2305" y="145314"/>
                    <a:pt x="489" y="113945"/>
                  </a:cubicBezTo>
                  <a:cubicBezTo>
                    <a:pt x="3283" y="82703"/>
                    <a:pt x="17634" y="53493"/>
                    <a:pt x="41002" y="32411"/>
                  </a:cubicBezTo>
                  <a:cubicBezTo>
                    <a:pt x="43161" y="30379"/>
                    <a:pt x="46590" y="30633"/>
                    <a:pt x="48495" y="32792"/>
                  </a:cubicBezTo>
                  <a:cubicBezTo>
                    <a:pt x="50400" y="34951"/>
                    <a:pt x="50273" y="38380"/>
                    <a:pt x="48114" y="40285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52120" y="2790953"/>
              <a:ext cx="12700" cy="12700"/>
            </a:xfrm>
            <a:custGeom>
              <a:avLst/>
              <a:gdLst/>
              <a:ahLst/>
              <a:cxnLst/>
              <a:rect r="r" b="b" t="t" l="l"/>
              <a:pathLst>
                <a:path h="12700" w="12700">
                  <a:moveTo>
                    <a:pt x="12700" y="6350"/>
                  </a:moveTo>
                  <a:cubicBezTo>
                    <a:pt x="12700" y="9906"/>
                    <a:pt x="10033" y="12700"/>
                    <a:pt x="6350" y="12700"/>
                  </a:cubicBezTo>
                  <a:lnTo>
                    <a:pt x="6350" y="7366"/>
                  </a:lnTo>
                  <a:lnTo>
                    <a:pt x="6350" y="12700"/>
                  </a:lnTo>
                  <a:cubicBezTo>
                    <a:pt x="2667" y="12700"/>
                    <a:pt x="0" y="9906"/>
                    <a:pt x="0" y="6350"/>
                  </a:cubicBezTo>
                  <a:lnTo>
                    <a:pt x="5334" y="6350"/>
                  </a:lnTo>
                  <a:lnTo>
                    <a:pt x="0" y="6350"/>
                  </a:lnTo>
                  <a:cubicBezTo>
                    <a:pt x="0" y="2794"/>
                    <a:pt x="2667" y="0"/>
                    <a:pt x="6350" y="0"/>
                  </a:cubicBezTo>
                  <a:lnTo>
                    <a:pt x="6350" y="5334"/>
                  </a:lnTo>
                  <a:lnTo>
                    <a:pt x="6350" y="0"/>
                  </a:lnTo>
                  <a:cubicBezTo>
                    <a:pt x="9906" y="0"/>
                    <a:pt x="12700" y="2667"/>
                    <a:pt x="12700" y="6350"/>
                  </a:cubicBezTo>
                  <a:lnTo>
                    <a:pt x="7366" y="6350"/>
                  </a:lnTo>
                  <a:lnTo>
                    <a:pt x="12700" y="6350"/>
                  </a:lnTo>
                  <a:moveTo>
                    <a:pt x="2032" y="6350"/>
                  </a:moveTo>
                  <a:cubicBezTo>
                    <a:pt x="2032" y="8763"/>
                    <a:pt x="4191" y="10795"/>
                    <a:pt x="6477" y="10795"/>
                  </a:cubicBezTo>
                  <a:cubicBezTo>
                    <a:pt x="8763" y="10795"/>
                    <a:pt x="10922" y="8763"/>
                    <a:pt x="10922" y="6350"/>
                  </a:cubicBezTo>
                  <a:cubicBezTo>
                    <a:pt x="10922" y="3937"/>
                    <a:pt x="8890" y="1905"/>
                    <a:pt x="6477" y="1905"/>
                  </a:cubicBezTo>
                  <a:cubicBezTo>
                    <a:pt x="4064" y="1905"/>
                    <a:pt x="2032" y="3937"/>
                    <a:pt x="2032" y="635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73445" y="2611764"/>
              <a:ext cx="42035" cy="31098"/>
            </a:xfrm>
            <a:custGeom>
              <a:avLst/>
              <a:gdLst/>
              <a:ahLst/>
              <a:cxnLst/>
              <a:rect r="r" b="b" t="t" l="l"/>
              <a:pathLst>
                <a:path h="31098" w="42035">
                  <a:moveTo>
                    <a:pt x="39686" y="9771"/>
                  </a:moveTo>
                  <a:lnTo>
                    <a:pt x="8190" y="30218"/>
                  </a:lnTo>
                  <a:cubicBezTo>
                    <a:pt x="5777" y="31869"/>
                    <a:pt x="2348" y="31107"/>
                    <a:pt x="824" y="28694"/>
                  </a:cubicBezTo>
                  <a:cubicBezTo>
                    <a:pt x="-700" y="26281"/>
                    <a:pt x="-65" y="22852"/>
                    <a:pt x="2348" y="21328"/>
                  </a:cubicBezTo>
                  <a:lnTo>
                    <a:pt x="33844" y="881"/>
                  </a:lnTo>
                  <a:cubicBezTo>
                    <a:pt x="36257" y="-770"/>
                    <a:pt x="39686" y="-8"/>
                    <a:pt x="41210" y="2405"/>
                  </a:cubicBezTo>
                  <a:cubicBezTo>
                    <a:pt x="42734" y="4818"/>
                    <a:pt x="42099" y="8247"/>
                    <a:pt x="39686" y="977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3292476"/>
              <a:ext cx="797560" cy="956818"/>
            </a:xfrm>
            <a:custGeom>
              <a:avLst/>
              <a:gdLst/>
              <a:ahLst/>
              <a:cxnLst/>
              <a:rect r="r" b="b" t="t" l="l"/>
              <a:pathLst>
                <a:path h="956818" w="797560">
                  <a:moveTo>
                    <a:pt x="0" y="797306"/>
                  </a:moveTo>
                  <a:lnTo>
                    <a:pt x="398780" y="956818"/>
                  </a:lnTo>
                  <a:lnTo>
                    <a:pt x="797560" y="797306"/>
                  </a:lnTo>
                  <a:lnTo>
                    <a:pt x="797560" y="0"/>
                  </a:lnTo>
                  <a:lnTo>
                    <a:pt x="398780" y="159512"/>
                  </a:lnTo>
                  <a:lnTo>
                    <a:pt x="0" y="0"/>
                  </a:lnTo>
                  <a:lnTo>
                    <a:pt x="0" y="797306"/>
                  </a:ln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93074" y="3786642"/>
              <a:ext cx="71222" cy="86081"/>
            </a:xfrm>
            <a:custGeom>
              <a:avLst/>
              <a:gdLst/>
              <a:ahLst/>
              <a:cxnLst/>
              <a:rect r="r" b="b" t="t" l="l"/>
              <a:pathLst>
                <a:path h="86081" w="71222">
                  <a:moveTo>
                    <a:pt x="62221" y="84319"/>
                  </a:moveTo>
                  <a:cubicBezTo>
                    <a:pt x="48759" y="70603"/>
                    <a:pt x="31614" y="51807"/>
                    <a:pt x="21962" y="39742"/>
                  </a:cubicBezTo>
                  <a:cubicBezTo>
                    <a:pt x="21962" y="39742"/>
                    <a:pt x="21835" y="39615"/>
                    <a:pt x="21835" y="39615"/>
                  </a:cubicBezTo>
                  <a:cubicBezTo>
                    <a:pt x="13453" y="28185"/>
                    <a:pt x="6722" y="18152"/>
                    <a:pt x="753" y="7992"/>
                  </a:cubicBezTo>
                  <a:cubicBezTo>
                    <a:pt x="-771" y="5452"/>
                    <a:pt x="118" y="2277"/>
                    <a:pt x="2531" y="753"/>
                  </a:cubicBezTo>
                  <a:cubicBezTo>
                    <a:pt x="4944" y="-771"/>
                    <a:pt x="8246" y="118"/>
                    <a:pt x="9770" y="2531"/>
                  </a:cubicBezTo>
                  <a:cubicBezTo>
                    <a:pt x="15612" y="12437"/>
                    <a:pt x="22216" y="22216"/>
                    <a:pt x="30344" y="33392"/>
                  </a:cubicBezTo>
                  <a:lnTo>
                    <a:pt x="26026" y="36567"/>
                  </a:lnTo>
                  <a:lnTo>
                    <a:pt x="30217" y="33265"/>
                  </a:lnTo>
                  <a:cubicBezTo>
                    <a:pt x="39488" y="44949"/>
                    <a:pt x="56379" y="63491"/>
                    <a:pt x="69714" y="77080"/>
                  </a:cubicBezTo>
                  <a:cubicBezTo>
                    <a:pt x="71746" y="79112"/>
                    <a:pt x="71746" y="82541"/>
                    <a:pt x="69587" y="84573"/>
                  </a:cubicBezTo>
                  <a:cubicBezTo>
                    <a:pt x="67428" y="86605"/>
                    <a:pt x="64126" y="86605"/>
                    <a:pt x="62094" y="8444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84459" y="3829259"/>
              <a:ext cx="76373" cy="64739"/>
            </a:xfrm>
            <a:custGeom>
              <a:avLst/>
              <a:gdLst/>
              <a:ahLst/>
              <a:cxnLst/>
              <a:rect r="r" b="b" t="t" l="l"/>
              <a:pathLst>
                <a:path h="64739" w="76373">
                  <a:moveTo>
                    <a:pt x="5888" y="427"/>
                  </a:moveTo>
                  <a:cubicBezTo>
                    <a:pt x="20493" y="2332"/>
                    <a:pt x="30653" y="4110"/>
                    <a:pt x="40178" y="6523"/>
                  </a:cubicBezTo>
                  <a:cubicBezTo>
                    <a:pt x="40305" y="6523"/>
                    <a:pt x="40432" y="6650"/>
                    <a:pt x="40559" y="6650"/>
                  </a:cubicBezTo>
                  <a:cubicBezTo>
                    <a:pt x="49195" y="9444"/>
                    <a:pt x="57704" y="13127"/>
                    <a:pt x="64943" y="17064"/>
                  </a:cubicBezTo>
                  <a:cubicBezTo>
                    <a:pt x="65197" y="17191"/>
                    <a:pt x="65324" y="17318"/>
                    <a:pt x="65451" y="17445"/>
                  </a:cubicBezTo>
                  <a:cubicBezTo>
                    <a:pt x="67864" y="19223"/>
                    <a:pt x="70404" y="21382"/>
                    <a:pt x="72436" y="23795"/>
                  </a:cubicBezTo>
                  <a:cubicBezTo>
                    <a:pt x="72690" y="24049"/>
                    <a:pt x="72817" y="24303"/>
                    <a:pt x="72944" y="24557"/>
                  </a:cubicBezTo>
                  <a:cubicBezTo>
                    <a:pt x="74595" y="27224"/>
                    <a:pt x="75611" y="30018"/>
                    <a:pt x="76246" y="32812"/>
                  </a:cubicBezTo>
                  <a:cubicBezTo>
                    <a:pt x="76373" y="33193"/>
                    <a:pt x="76373" y="33701"/>
                    <a:pt x="76373" y="34082"/>
                  </a:cubicBezTo>
                  <a:cubicBezTo>
                    <a:pt x="76246" y="37003"/>
                    <a:pt x="75484" y="39670"/>
                    <a:pt x="74341" y="42337"/>
                  </a:cubicBezTo>
                  <a:cubicBezTo>
                    <a:pt x="74214" y="42591"/>
                    <a:pt x="74087" y="42972"/>
                    <a:pt x="73833" y="43226"/>
                  </a:cubicBezTo>
                  <a:cubicBezTo>
                    <a:pt x="71674" y="46147"/>
                    <a:pt x="69388" y="48560"/>
                    <a:pt x="66848" y="50592"/>
                  </a:cubicBezTo>
                  <a:cubicBezTo>
                    <a:pt x="66721" y="50719"/>
                    <a:pt x="66594" y="50846"/>
                    <a:pt x="66467" y="50846"/>
                  </a:cubicBezTo>
                  <a:cubicBezTo>
                    <a:pt x="63292" y="53005"/>
                    <a:pt x="59990" y="54910"/>
                    <a:pt x="52624" y="58212"/>
                  </a:cubicBezTo>
                  <a:cubicBezTo>
                    <a:pt x="52497" y="58339"/>
                    <a:pt x="52370" y="58339"/>
                    <a:pt x="52116" y="58339"/>
                  </a:cubicBezTo>
                  <a:cubicBezTo>
                    <a:pt x="45258" y="60752"/>
                    <a:pt x="38400" y="62784"/>
                    <a:pt x="31542" y="64562"/>
                  </a:cubicBezTo>
                  <a:cubicBezTo>
                    <a:pt x="28748" y="65324"/>
                    <a:pt x="25827" y="63546"/>
                    <a:pt x="25065" y="60752"/>
                  </a:cubicBezTo>
                  <a:cubicBezTo>
                    <a:pt x="24303" y="57958"/>
                    <a:pt x="26081" y="55037"/>
                    <a:pt x="28875" y="54275"/>
                  </a:cubicBezTo>
                  <a:cubicBezTo>
                    <a:pt x="35479" y="52624"/>
                    <a:pt x="42083" y="50592"/>
                    <a:pt x="48560" y="48306"/>
                  </a:cubicBezTo>
                  <a:lnTo>
                    <a:pt x="50338" y="53259"/>
                  </a:lnTo>
                  <a:lnTo>
                    <a:pt x="48179" y="48433"/>
                  </a:lnTo>
                  <a:cubicBezTo>
                    <a:pt x="55291" y="45258"/>
                    <a:pt x="57958" y="43734"/>
                    <a:pt x="60498" y="41956"/>
                  </a:cubicBezTo>
                  <a:lnTo>
                    <a:pt x="63546" y="46274"/>
                  </a:lnTo>
                  <a:lnTo>
                    <a:pt x="60117" y="42210"/>
                  </a:lnTo>
                  <a:cubicBezTo>
                    <a:pt x="62022" y="40559"/>
                    <a:pt x="63800" y="38908"/>
                    <a:pt x="65324" y="36749"/>
                  </a:cubicBezTo>
                  <a:lnTo>
                    <a:pt x="69642" y="39797"/>
                  </a:lnTo>
                  <a:lnTo>
                    <a:pt x="64816" y="37511"/>
                  </a:lnTo>
                  <a:cubicBezTo>
                    <a:pt x="65451" y="36114"/>
                    <a:pt x="65832" y="34717"/>
                    <a:pt x="65959" y="33193"/>
                  </a:cubicBezTo>
                  <a:lnTo>
                    <a:pt x="71293" y="33447"/>
                  </a:lnTo>
                  <a:lnTo>
                    <a:pt x="66086" y="34463"/>
                  </a:lnTo>
                  <a:cubicBezTo>
                    <a:pt x="65832" y="32939"/>
                    <a:pt x="65197" y="31415"/>
                    <a:pt x="64181" y="29637"/>
                  </a:cubicBezTo>
                  <a:lnTo>
                    <a:pt x="68753" y="26843"/>
                  </a:lnTo>
                  <a:lnTo>
                    <a:pt x="64689" y="30272"/>
                  </a:lnTo>
                  <a:cubicBezTo>
                    <a:pt x="63292" y="28621"/>
                    <a:pt x="61387" y="26843"/>
                    <a:pt x="59482" y="25573"/>
                  </a:cubicBezTo>
                  <a:lnTo>
                    <a:pt x="62530" y="21255"/>
                  </a:lnTo>
                  <a:lnTo>
                    <a:pt x="59990" y="25954"/>
                  </a:lnTo>
                  <a:cubicBezTo>
                    <a:pt x="53386" y="22398"/>
                    <a:pt x="45385" y="18969"/>
                    <a:pt x="37384" y="16302"/>
                  </a:cubicBezTo>
                  <a:lnTo>
                    <a:pt x="39035" y="11222"/>
                  </a:lnTo>
                  <a:lnTo>
                    <a:pt x="37765" y="16429"/>
                  </a:lnTo>
                  <a:cubicBezTo>
                    <a:pt x="28748" y="14270"/>
                    <a:pt x="19096" y="12492"/>
                    <a:pt x="4618" y="10587"/>
                  </a:cubicBezTo>
                  <a:cubicBezTo>
                    <a:pt x="1697" y="10206"/>
                    <a:pt x="-335" y="7539"/>
                    <a:pt x="46" y="4618"/>
                  </a:cubicBezTo>
                  <a:cubicBezTo>
                    <a:pt x="427" y="1697"/>
                    <a:pt x="3094" y="-335"/>
                    <a:pt x="6015" y="4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74396" y="3649200"/>
              <a:ext cx="169291" cy="148477"/>
            </a:xfrm>
            <a:custGeom>
              <a:avLst/>
              <a:gdLst/>
              <a:ahLst/>
              <a:cxnLst/>
              <a:rect r="r" b="b" t="t" l="l"/>
              <a:pathLst>
                <a:path h="148477" w="169291">
                  <a:moveTo>
                    <a:pt x="19431" y="145180"/>
                  </a:moveTo>
                  <a:cubicBezTo>
                    <a:pt x="16256" y="139338"/>
                    <a:pt x="12700" y="132099"/>
                    <a:pt x="7874" y="120669"/>
                  </a:cubicBezTo>
                  <a:cubicBezTo>
                    <a:pt x="7874" y="120542"/>
                    <a:pt x="7747" y="120542"/>
                    <a:pt x="7747" y="120415"/>
                  </a:cubicBezTo>
                  <a:cubicBezTo>
                    <a:pt x="5715" y="114573"/>
                    <a:pt x="3810" y="108731"/>
                    <a:pt x="2286" y="102889"/>
                  </a:cubicBezTo>
                  <a:cubicBezTo>
                    <a:pt x="2286" y="102762"/>
                    <a:pt x="2286" y="102635"/>
                    <a:pt x="2159" y="102635"/>
                  </a:cubicBezTo>
                  <a:cubicBezTo>
                    <a:pt x="1016" y="96793"/>
                    <a:pt x="381" y="90951"/>
                    <a:pt x="0" y="84982"/>
                  </a:cubicBezTo>
                  <a:cubicBezTo>
                    <a:pt x="0" y="84855"/>
                    <a:pt x="0" y="84728"/>
                    <a:pt x="0" y="84601"/>
                  </a:cubicBezTo>
                  <a:cubicBezTo>
                    <a:pt x="0" y="80156"/>
                    <a:pt x="508" y="74314"/>
                    <a:pt x="1270" y="68472"/>
                  </a:cubicBezTo>
                  <a:cubicBezTo>
                    <a:pt x="1270" y="68345"/>
                    <a:pt x="1270" y="68218"/>
                    <a:pt x="1270" y="68091"/>
                  </a:cubicBezTo>
                  <a:cubicBezTo>
                    <a:pt x="2159" y="63646"/>
                    <a:pt x="3810" y="57804"/>
                    <a:pt x="5334" y="53359"/>
                  </a:cubicBezTo>
                  <a:cubicBezTo>
                    <a:pt x="5334" y="53232"/>
                    <a:pt x="5461" y="53105"/>
                    <a:pt x="5461" y="52978"/>
                  </a:cubicBezTo>
                  <a:cubicBezTo>
                    <a:pt x="8001" y="47136"/>
                    <a:pt x="10287" y="42691"/>
                    <a:pt x="12954" y="38246"/>
                  </a:cubicBezTo>
                  <a:cubicBezTo>
                    <a:pt x="12954" y="38119"/>
                    <a:pt x="13081" y="37992"/>
                    <a:pt x="13208" y="37992"/>
                  </a:cubicBezTo>
                  <a:cubicBezTo>
                    <a:pt x="16383" y="33420"/>
                    <a:pt x="19939" y="29102"/>
                    <a:pt x="24003" y="24784"/>
                  </a:cubicBezTo>
                  <a:cubicBezTo>
                    <a:pt x="24130" y="24657"/>
                    <a:pt x="24130" y="24657"/>
                    <a:pt x="24257" y="24530"/>
                  </a:cubicBezTo>
                  <a:cubicBezTo>
                    <a:pt x="28321" y="20720"/>
                    <a:pt x="32766" y="17291"/>
                    <a:pt x="37211" y="14116"/>
                  </a:cubicBezTo>
                  <a:cubicBezTo>
                    <a:pt x="37338" y="13989"/>
                    <a:pt x="37338" y="13989"/>
                    <a:pt x="37465" y="13989"/>
                  </a:cubicBezTo>
                  <a:cubicBezTo>
                    <a:pt x="41910" y="11195"/>
                    <a:pt x="46355" y="8909"/>
                    <a:pt x="52324" y="6242"/>
                  </a:cubicBezTo>
                  <a:cubicBezTo>
                    <a:pt x="52451" y="6242"/>
                    <a:pt x="52578" y="6115"/>
                    <a:pt x="52705" y="6115"/>
                  </a:cubicBezTo>
                  <a:cubicBezTo>
                    <a:pt x="58547" y="3956"/>
                    <a:pt x="62992" y="2813"/>
                    <a:pt x="68834" y="1416"/>
                  </a:cubicBezTo>
                  <a:cubicBezTo>
                    <a:pt x="68961" y="1416"/>
                    <a:pt x="69088" y="1416"/>
                    <a:pt x="69215" y="1289"/>
                  </a:cubicBezTo>
                  <a:cubicBezTo>
                    <a:pt x="75057" y="400"/>
                    <a:pt x="81788" y="-108"/>
                    <a:pt x="87122" y="19"/>
                  </a:cubicBezTo>
                  <a:cubicBezTo>
                    <a:pt x="87249" y="19"/>
                    <a:pt x="87376" y="19"/>
                    <a:pt x="87503" y="19"/>
                  </a:cubicBezTo>
                  <a:cubicBezTo>
                    <a:pt x="92710" y="400"/>
                    <a:pt x="99314" y="1289"/>
                    <a:pt x="103886" y="2178"/>
                  </a:cubicBezTo>
                  <a:cubicBezTo>
                    <a:pt x="104013" y="2178"/>
                    <a:pt x="104140" y="2178"/>
                    <a:pt x="104267" y="2305"/>
                  </a:cubicBezTo>
                  <a:cubicBezTo>
                    <a:pt x="110744" y="4083"/>
                    <a:pt x="116840" y="6242"/>
                    <a:pt x="121793" y="8401"/>
                  </a:cubicBezTo>
                  <a:cubicBezTo>
                    <a:pt x="121920" y="8401"/>
                    <a:pt x="122047" y="8528"/>
                    <a:pt x="122174" y="8528"/>
                  </a:cubicBezTo>
                  <a:cubicBezTo>
                    <a:pt x="127381" y="11195"/>
                    <a:pt x="131953" y="13989"/>
                    <a:pt x="136525" y="17164"/>
                  </a:cubicBezTo>
                  <a:cubicBezTo>
                    <a:pt x="136652" y="17291"/>
                    <a:pt x="136779" y="17291"/>
                    <a:pt x="136779" y="17418"/>
                  </a:cubicBezTo>
                  <a:cubicBezTo>
                    <a:pt x="141859" y="21609"/>
                    <a:pt x="146050" y="25546"/>
                    <a:pt x="150114" y="30118"/>
                  </a:cubicBezTo>
                  <a:cubicBezTo>
                    <a:pt x="150241" y="30245"/>
                    <a:pt x="150241" y="30245"/>
                    <a:pt x="150368" y="30372"/>
                  </a:cubicBezTo>
                  <a:cubicBezTo>
                    <a:pt x="153924" y="34817"/>
                    <a:pt x="156972" y="39262"/>
                    <a:pt x="159893" y="44469"/>
                  </a:cubicBezTo>
                  <a:cubicBezTo>
                    <a:pt x="160020" y="44596"/>
                    <a:pt x="160020" y="44723"/>
                    <a:pt x="160020" y="44850"/>
                  </a:cubicBezTo>
                  <a:cubicBezTo>
                    <a:pt x="162306" y="49549"/>
                    <a:pt x="164211" y="54375"/>
                    <a:pt x="166116" y="59963"/>
                  </a:cubicBezTo>
                  <a:cubicBezTo>
                    <a:pt x="166116" y="60090"/>
                    <a:pt x="166243" y="60217"/>
                    <a:pt x="166243" y="60344"/>
                  </a:cubicBezTo>
                  <a:cubicBezTo>
                    <a:pt x="167767" y="66313"/>
                    <a:pt x="168656" y="71266"/>
                    <a:pt x="169164" y="76854"/>
                  </a:cubicBezTo>
                  <a:cubicBezTo>
                    <a:pt x="169164" y="76981"/>
                    <a:pt x="169164" y="77108"/>
                    <a:pt x="169164" y="77235"/>
                  </a:cubicBezTo>
                  <a:cubicBezTo>
                    <a:pt x="169418" y="82823"/>
                    <a:pt x="169291" y="88030"/>
                    <a:pt x="168783" y="93491"/>
                  </a:cubicBezTo>
                  <a:cubicBezTo>
                    <a:pt x="168783" y="93618"/>
                    <a:pt x="168783" y="93745"/>
                    <a:pt x="168783" y="93872"/>
                  </a:cubicBezTo>
                  <a:cubicBezTo>
                    <a:pt x="167894" y="99587"/>
                    <a:pt x="166497" y="105810"/>
                    <a:pt x="164846" y="111525"/>
                  </a:cubicBezTo>
                  <a:cubicBezTo>
                    <a:pt x="164846" y="111652"/>
                    <a:pt x="164846" y="111652"/>
                    <a:pt x="164719" y="111779"/>
                  </a:cubicBezTo>
                  <a:cubicBezTo>
                    <a:pt x="162687" y="117875"/>
                    <a:pt x="160401" y="123844"/>
                    <a:pt x="157734" y="129813"/>
                  </a:cubicBezTo>
                  <a:cubicBezTo>
                    <a:pt x="156591" y="132480"/>
                    <a:pt x="153416" y="133750"/>
                    <a:pt x="150749" y="132607"/>
                  </a:cubicBezTo>
                  <a:cubicBezTo>
                    <a:pt x="148082" y="131464"/>
                    <a:pt x="146812" y="128289"/>
                    <a:pt x="147955" y="125622"/>
                  </a:cubicBezTo>
                  <a:cubicBezTo>
                    <a:pt x="150495" y="119907"/>
                    <a:pt x="152654" y="114192"/>
                    <a:pt x="154559" y="108477"/>
                  </a:cubicBezTo>
                  <a:lnTo>
                    <a:pt x="159639" y="110128"/>
                  </a:lnTo>
                  <a:lnTo>
                    <a:pt x="154559" y="108731"/>
                  </a:lnTo>
                  <a:cubicBezTo>
                    <a:pt x="156083" y="103397"/>
                    <a:pt x="157353" y="97555"/>
                    <a:pt x="158242" y="92221"/>
                  </a:cubicBezTo>
                  <a:lnTo>
                    <a:pt x="163449" y="93110"/>
                  </a:lnTo>
                  <a:lnTo>
                    <a:pt x="158115" y="92602"/>
                  </a:lnTo>
                  <a:cubicBezTo>
                    <a:pt x="158623" y="87522"/>
                    <a:pt x="158750" y="82823"/>
                    <a:pt x="158496" y="77743"/>
                  </a:cubicBezTo>
                  <a:lnTo>
                    <a:pt x="163830" y="77489"/>
                  </a:lnTo>
                  <a:lnTo>
                    <a:pt x="158496" y="77997"/>
                  </a:lnTo>
                  <a:cubicBezTo>
                    <a:pt x="157988" y="72917"/>
                    <a:pt x="157099" y="68472"/>
                    <a:pt x="155829" y="62884"/>
                  </a:cubicBezTo>
                  <a:lnTo>
                    <a:pt x="161036" y="61614"/>
                  </a:lnTo>
                  <a:lnTo>
                    <a:pt x="155956" y="63265"/>
                  </a:lnTo>
                  <a:cubicBezTo>
                    <a:pt x="154305" y="58058"/>
                    <a:pt x="152527" y="53740"/>
                    <a:pt x="150495" y="49422"/>
                  </a:cubicBezTo>
                  <a:lnTo>
                    <a:pt x="155321" y="47136"/>
                  </a:lnTo>
                  <a:lnTo>
                    <a:pt x="150749" y="49803"/>
                  </a:lnTo>
                  <a:cubicBezTo>
                    <a:pt x="147955" y="44977"/>
                    <a:pt x="145288" y="41040"/>
                    <a:pt x="141986" y="36976"/>
                  </a:cubicBezTo>
                  <a:lnTo>
                    <a:pt x="146177" y="33674"/>
                  </a:lnTo>
                  <a:lnTo>
                    <a:pt x="142240" y="37230"/>
                  </a:lnTo>
                  <a:cubicBezTo>
                    <a:pt x="138430" y="33039"/>
                    <a:pt x="134620" y="29483"/>
                    <a:pt x="130048" y="25673"/>
                  </a:cubicBezTo>
                  <a:lnTo>
                    <a:pt x="133350" y="21609"/>
                  </a:lnTo>
                  <a:lnTo>
                    <a:pt x="130302" y="25927"/>
                  </a:lnTo>
                  <a:cubicBezTo>
                    <a:pt x="126111" y="23006"/>
                    <a:pt x="122047" y="20466"/>
                    <a:pt x="117094" y="17926"/>
                  </a:cubicBezTo>
                  <a:lnTo>
                    <a:pt x="119507" y="13227"/>
                  </a:lnTo>
                  <a:lnTo>
                    <a:pt x="117348" y="18053"/>
                  </a:lnTo>
                  <a:cubicBezTo>
                    <a:pt x="112903" y="16148"/>
                    <a:pt x="107188" y="14116"/>
                    <a:pt x="101346" y="12465"/>
                  </a:cubicBezTo>
                  <a:lnTo>
                    <a:pt x="102743" y="7385"/>
                  </a:lnTo>
                  <a:lnTo>
                    <a:pt x="101727" y="12592"/>
                  </a:lnTo>
                  <a:cubicBezTo>
                    <a:pt x="97536" y="11830"/>
                    <a:pt x="91440" y="10941"/>
                    <a:pt x="86614" y="10560"/>
                  </a:cubicBezTo>
                  <a:lnTo>
                    <a:pt x="86995" y="5226"/>
                  </a:lnTo>
                  <a:lnTo>
                    <a:pt x="86995" y="10560"/>
                  </a:lnTo>
                  <a:cubicBezTo>
                    <a:pt x="82169" y="10560"/>
                    <a:pt x="76200" y="10941"/>
                    <a:pt x="70739" y="11830"/>
                  </a:cubicBezTo>
                  <a:lnTo>
                    <a:pt x="69977" y="6623"/>
                  </a:lnTo>
                  <a:lnTo>
                    <a:pt x="71120" y="11830"/>
                  </a:lnTo>
                  <a:cubicBezTo>
                    <a:pt x="65786" y="12973"/>
                    <a:pt x="61722" y="14116"/>
                    <a:pt x="56261" y="16148"/>
                  </a:cubicBezTo>
                  <a:lnTo>
                    <a:pt x="54483" y="11195"/>
                  </a:lnTo>
                  <a:lnTo>
                    <a:pt x="56642" y="16021"/>
                  </a:lnTo>
                  <a:cubicBezTo>
                    <a:pt x="51181" y="18434"/>
                    <a:pt x="47117" y="20593"/>
                    <a:pt x="43053" y="23133"/>
                  </a:cubicBezTo>
                  <a:lnTo>
                    <a:pt x="40259" y="18561"/>
                  </a:lnTo>
                  <a:lnTo>
                    <a:pt x="43307" y="22879"/>
                  </a:lnTo>
                  <a:cubicBezTo>
                    <a:pt x="39243" y="25800"/>
                    <a:pt x="35306" y="28975"/>
                    <a:pt x="31496" y="32404"/>
                  </a:cubicBezTo>
                  <a:lnTo>
                    <a:pt x="27940" y="28467"/>
                  </a:lnTo>
                  <a:lnTo>
                    <a:pt x="31750" y="32150"/>
                  </a:lnTo>
                  <a:cubicBezTo>
                    <a:pt x="28067" y="36087"/>
                    <a:pt x="24765" y="40151"/>
                    <a:pt x="21844" y="44215"/>
                  </a:cubicBezTo>
                  <a:lnTo>
                    <a:pt x="17526" y="41167"/>
                  </a:lnTo>
                  <a:lnTo>
                    <a:pt x="22098" y="43961"/>
                  </a:lnTo>
                  <a:cubicBezTo>
                    <a:pt x="19685" y="47898"/>
                    <a:pt x="17653" y="51962"/>
                    <a:pt x="15240" y="57296"/>
                  </a:cubicBezTo>
                  <a:lnTo>
                    <a:pt x="10414" y="55264"/>
                  </a:lnTo>
                  <a:lnTo>
                    <a:pt x="15367" y="57042"/>
                  </a:lnTo>
                  <a:cubicBezTo>
                    <a:pt x="13970" y="60979"/>
                    <a:pt x="12446" y="66440"/>
                    <a:pt x="11684" y="70504"/>
                  </a:cubicBezTo>
                  <a:lnTo>
                    <a:pt x="6477" y="69488"/>
                  </a:lnTo>
                  <a:lnTo>
                    <a:pt x="11684" y="70250"/>
                  </a:lnTo>
                  <a:cubicBezTo>
                    <a:pt x="10922" y="75711"/>
                    <a:pt x="10541" y="81045"/>
                    <a:pt x="10541" y="84982"/>
                  </a:cubicBezTo>
                  <a:lnTo>
                    <a:pt x="5207" y="84982"/>
                  </a:lnTo>
                  <a:lnTo>
                    <a:pt x="10541" y="84728"/>
                  </a:lnTo>
                  <a:cubicBezTo>
                    <a:pt x="10795" y="90189"/>
                    <a:pt x="11430" y="95523"/>
                    <a:pt x="12573" y="100984"/>
                  </a:cubicBezTo>
                  <a:lnTo>
                    <a:pt x="7366" y="102000"/>
                  </a:lnTo>
                  <a:lnTo>
                    <a:pt x="12446" y="100730"/>
                  </a:lnTo>
                  <a:cubicBezTo>
                    <a:pt x="13843" y="106191"/>
                    <a:pt x="15621" y="111779"/>
                    <a:pt x="17526" y="117240"/>
                  </a:cubicBezTo>
                  <a:lnTo>
                    <a:pt x="12573" y="119018"/>
                  </a:lnTo>
                  <a:lnTo>
                    <a:pt x="17399" y="116986"/>
                  </a:lnTo>
                  <a:cubicBezTo>
                    <a:pt x="22098" y="128162"/>
                    <a:pt x="25527" y="135020"/>
                    <a:pt x="28575" y="140608"/>
                  </a:cubicBezTo>
                  <a:cubicBezTo>
                    <a:pt x="29972" y="143148"/>
                    <a:pt x="28956" y="146450"/>
                    <a:pt x="26416" y="147847"/>
                  </a:cubicBezTo>
                  <a:cubicBezTo>
                    <a:pt x="23876" y="149244"/>
                    <a:pt x="20574" y="148228"/>
                    <a:pt x="19177" y="14568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53771" y="3771358"/>
              <a:ext cx="79030" cy="101255"/>
            </a:xfrm>
            <a:custGeom>
              <a:avLst/>
              <a:gdLst/>
              <a:ahLst/>
              <a:cxnLst/>
              <a:rect r="r" b="b" t="t" l="l"/>
              <a:pathLst>
                <a:path h="101255" w="79030">
                  <a:moveTo>
                    <a:pt x="78486" y="7782"/>
                  </a:moveTo>
                  <a:cubicBezTo>
                    <a:pt x="72771" y="19212"/>
                    <a:pt x="66548" y="30134"/>
                    <a:pt x="58166" y="42961"/>
                  </a:cubicBezTo>
                  <a:cubicBezTo>
                    <a:pt x="58166" y="43088"/>
                    <a:pt x="58039" y="43088"/>
                    <a:pt x="58039" y="43215"/>
                  </a:cubicBezTo>
                  <a:cubicBezTo>
                    <a:pt x="49149" y="55534"/>
                    <a:pt x="40005" y="66964"/>
                    <a:pt x="31750" y="76235"/>
                  </a:cubicBezTo>
                  <a:cubicBezTo>
                    <a:pt x="31750" y="76235"/>
                    <a:pt x="31750" y="76235"/>
                    <a:pt x="31623" y="76362"/>
                  </a:cubicBezTo>
                  <a:cubicBezTo>
                    <a:pt x="24511" y="83982"/>
                    <a:pt x="17018" y="91729"/>
                    <a:pt x="9017" y="99730"/>
                  </a:cubicBezTo>
                  <a:cubicBezTo>
                    <a:pt x="6985" y="101762"/>
                    <a:pt x="3556" y="101762"/>
                    <a:pt x="1524" y="99730"/>
                  </a:cubicBezTo>
                  <a:cubicBezTo>
                    <a:pt x="-508" y="97698"/>
                    <a:pt x="-508" y="94269"/>
                    <a:pt x="1524" y="92237"/>
                  </a:cubicBezTo>
                  <a:cubicBezTo>
                    <a:pt x="9398" y="84236"/>
                    <a:pt x="16891" y="76616"/>
                    <a:pt x="23876" y="69123"/>
                  </a:cubicBezTo>
                  <a:lnTo>
                    <a:pt x="27813" y="72679"/>
                  </a:lnTo>
                  <a:lnTo>
                    <a:pt x="23876" y="69123"/>
                  </a:lnTo>
                  <a:cubicBezTo>
                    <a:pt x="31877" y="60233"/>
                    <a:pt x="40767" y="49057"/>
                    <a:pt x="49403" y="36992"/>
                  </a:cubicBezTo>
                  <a:lnTo>
                    <a:pt x="53721" y="40040"/>
                  </a:lnTo>
                  <a:lnTo>
                    <a:pt x="49276" y="37119"/>
                  </a:lnTo>
                  <a:cubicBezTo>
                    <a:pt x="57404" y="24673"/>
                    <a:pt x="63500" y="14005"/>
                    <a:pt x="68961" y="2956"/>
                  </a:cubicBezTo>
                  <a:cubicBezTo>
                    <a:pt x="70231" y="289"/>
                    <a:pt x="73406" y="-727"/>
                    <a:pt x="76073" y="543"/>
                  </a:cubicBezTo>
                  <a:cubicBezTo>
                    <a:pt x="78740" y="1813"/>
                    <a:pt x="79756" y="4988"/>
                    <a:pt x="78486" y="7655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70575" y="3873490"/>
              <a:ext cx="149322" cy="25341"/>
            </a:xfrm>
            <a:custGeom>
              <a:avLst/>
              <a:gdLst/>
              <a:ahLst/>
              <a:cxnLst/>
              <a:rect r="r" b="b" t="t" l="l"/>
              <a:pathLst>
                <a:path h="25341" w="149322">
                  <a:moveTo>
                    <a:pt x="145045" y="20331"/>
                  </a:moveTo>
                  <a:cubicBezTo>
                    <a:pt x="136663" y="21982"/>
                    <a:pt x="127265" y="23379"/>
                    <a:pt x="117867" y="24268"/>
                  </a:cubicBezTo>
                  <a:cubicBezTo>
                    <a:pt x="117867" y="24268"/>
                    <a:pt x="117740" y="24268"/>
                    <a:pt x="117740" y="24268"/>
                  </a:cubicBezTo>
                  <a:cubicBezTo>
                    <a:pt x="107707" y="24903"/>
                    <a:pt x="89165" y="25538"/>
                    <a:pt x="77481" y="25284"/>
                  </a:cubicBezTo>
                  <a:cubicBezTo>
                    <a:pt x="77481" y="25284"/>
                    <a:pt x="77354" y="25284"/>
                    <a:pt x="77354" y="25284"/>
                  </a:cubicBezTo>
                  <a:cubicBezTo>
                    <a:pt x="65924" y="24649"/>
                    <a:pt x="56653" y="23887"/>
                    <a:pt x="47128" y="22744"/>
                  </a:cubicBezTo>
                  <a:cubicBezTo>
                    <a:pt x="47001" y="22744"/>
                    <a:pt x="47001" y="22744"/>
                    <a:pt x="46874" y="22744"/>
                  </a:cubicBezTo>
                  <a:cubicBezTo>
                    <a:pt x="38873" y="21474"/>
                    <a:pt x="30618" y="19823"/>
                    <a:pt x="22363" y="17664"/>
                  </a:cubicBezTo>
                  <a:cubicBezTo>
                    <a:pt x="22236" y="17664"/>
                    <a:pt x="22109" y="17664"/>
                    <a:pt x="22109" y="17537"/>
                  </a:cubicBezTo>
                  <a:cubicBezTo>
                    <a:pt x="14616" y="15124"/>
                    <a:pt x="8139" y="12711"/>
                    <a:pt x="3059" y="10171"/>
                  </a:cubicBezTo>
                  <a:cubicBezTo>
                    <a:pt x="392" y="8901"/>
                    <a:pt x="-751" y="5726"/>
                    <a:pt x="519" y="3059"/>
                  </a:cubicBezTo>
                  <a:cubicBezTo>
                    <a:pt x="1789" y="392"/>
                    <a:pt x="4964" y="-751"/>
                    <a:pt x="7631" y="519"/>
                  </a:cubicBezTo>
                  <a:cubicBezTo>
                    <a:pt x="12203" y="2678"/>
                    <a:pt x="18045" y="4964"/>
                    <a:pt x="25284" y="7250"/>
                  </a:cubicBezTo>
                  <a:lnTo>
                    <a:pt x="23633" y="12330"/>
                  </a:lnTo>
                  <a:lnTo>
                    <a:pt x="24903" y="7250"/>
                  </a:lnTo>
                  <a:cubicBezTo>
                    <a:pt x="32904" y="9282"/>
                    <a:pt x="40778" y="10933"/>
                    <a:pt x="48525" y="12076"/>
                  </a:cubicBezTo>
                  <a:lnTo>
                    <a:pt x="47636" y="17283"/>
                  </a:lnTo>
                  <a:lnTo>
                    <a:pt x="48271" y="12076"/>
                  </a:lnTo>
                  <a:cubicBezTo>
                    <a:pt x="57415" y="13219"/>
                    <a:pt x="66559" y="13981"/>
                    <a:pt x="77735" y="14616"/>
                  </a:cubicBezTo>
                  <a:lnTo>
                    <a:pt x="77481" y="19950"/>
                  </a:lnTo>
                  <a:lnTo>
                    <a:pt x="77608" y="14616"/>
                  </a:lnTo>
                  <a:cubicBezTo>
                    <a:pt x="88784" y="14870"/>
                    <a:pt x="107072" y="14235"/>
                    <a:pt x="116851" y="13600"/>
                  </a:cubicBezTo>
                  <a:lnTo>
                    <a:pt x="117232" y="18934"/>
                  </a:lnTo>
                  <a:lnTo>
                    <a:pt x="116724" y="13600"/>
                  </a:lnTo>
                  <a:cubicBezTo>
                    <a:pt x="125868" y="12711"/>
                    <a:pt x="135012" y="11314"/>
                    <a:pt x="143013" y="9790"/>
                  </a:cubicBezTo>
                  <a:cubicBezTo>
                    <a:pt x="145934" y="9282"/>
                    <a:pt x="148728" y="11060"/>
                    <a:pt x="149236" y="13981"/>
                  </a:cubicBezTo>
                  <a:cubicBezTo>
                    <a:pt x="149744" y="16902"/>
                    <a:pt x="147966" y="19696"/>
                    <a:pt x="145045" y="2020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57862" y="3829897"/>
              <a:ext cx="76119" cy="54644"/>
            </a:xfrm>
            <a:custGeom>
              <a:avLst/>
              <a:gdLst/>
              <a:ahLst/>
              <a:cxnLst/>
              <a:rect r="r" b="b" t="t" l="l"/>
              <a:pathLst>
                <a:path h="54644" w="76119">
                  <a:moveTo>
                    <a:pt x="15264" y="53637"/>
                  </a:moveTo>
                  <a:cubicBezTo>
                    <a:pt x="10565" y="50716"/>
                    <a:pt x="6120" y="47160"/>
                    <a:pt x="3199" y="43731"/>
                  </a:cubicBezTo>
                  <a:cubicBezTo>
                    <a:pt x="2945" y="43477"/>
                    <a:pt x="2818" y="43223"/>
                    <a:pt x="2691" y="42969"/>
                  </a:cubicBezTo>
                  <a:cubicBezTo>
                    <a:pt x="1548" y="40937"/>
                    <a:pt x="659" y="38778"/>
                    <a:pt x="151" y="36746"/>
                  </a:cubicBezTo>
                  <a:cubicBezTo>
                    <a:pt x="24" y="36492"/>
                    <a:pt x="24" y="36111"/>
                    <a:pt x="24" y="35730"/>
                  </a:cubicBezTo>
                  <a:cubicBezTo>
                    <a:pt x="-103" y="32936"/>
                    <a:pt x="278" y="30269"/>
                    <a:pt x="913" y="27856"/>
                  </a:cubicBezTo>
                  <a:cubicBezTo>
                    <a:pt x="1040" y="27602"/>
                    <a:pt x="1040" y="27348"/>
                    <a:pt x="1167" y="27094"/>
                  </a:cubicBezTo>
                  <a:cubicBezTo>
                    <a:pt x="2437" y="24300"/>
                    <a:pt x="3834" y="22395"/>
                    <a:pt x="7136" y="19220"/>
                  </a:cubicBezTo>
                  <a:cubicBezTo>
                    <a:pt x="7390" y="18966"/>
                    <a:pt x="7644" y="18839"/>
                    <a:pt x="7898" y="18585"/>
                  </a:cubicBezTo>
                  <a:cubicBezTo>
                    <a:pt x="12470" y="15410"/>
                    <a:pt x="19074" y="11854"/>
                    <a:pt x="25805" y="9060"/>
                  </a:cubicBezTo>
                  <a:cubicBezTo>
                    <a:pt x="25932" y="9060"/>
                    <a:pt x="26059" y="8933"/>
                    <a:pt x="26186" y="8933"/>
                  </a:cubicBezTo>
                  <a:cubicBezTo>
                    <a:pt x="33679" y="6393"/>
                    <a:pt x="41172" y="4488"/>
                    <a:pt x="50062" y="2710"/>
                  </a:cubicBezTo>
                  <a:cubicBezTo>
                    <a:pt x="50189" y="2710"/>
                    <a:pt x="50189" y="2710"/>
                    <a:pt x="50316" y="2710"/>
                  </a:cubicBezTo>
                  <a:cubicBezTo>
                    <a:pt x="57682" y="1567"/>
                    <a:pt x="64286" y="678"/>
                    <a:pt x="70255" y="43"/>
                  </a:cubicBezTo>
                  <a:cubicBezTo>
                    <a:pt x="73176" y="-338"/>
                    <a:pt x="75843" y="1821"/>
                    <a:pt x="76097" y="4742"/>
                  </a:cubicBezTo>
                  <a:cubicBezTo>
                    <a:pt x="76351" y="7663"/>
                    <a:pt x="74319" y="10330"/>
                    <a:pt x="71398" y="10584"/>
                  </a:cubicBezTo>
                  <a:cubicBezTo>
                    <a:pt x="65683" y="11219"/>
                    <a:pt x="59079" y="12108"/>
                    <a:pt x="51840" y="13251"/>
                  </a:cubicBezTo>
                  <a:lnTo>
                    <a:pt x="51078" y="8044"/>
                  </a:lnTo>
                  <a:lnTo>
                    <a:pt x="52094" y="13251"/>
                  </a:lnTo>
                  <a:cubicBezTo>
                    <a:pt x="43458" y="15029"/>
                    <a:pt x="36473" y="16807"/>
                    <a:pt x="29488" y="19220"/>
                  </a:cubicBezTo>
                  <a:lnTo>
                    <a:pt x="27837" y="14140"/>
                  </a:lnTo>
                  <a:lnTo>
                    <a:pt x="29869" y="18966"/>
                  </a:lnTo>
                  <a:cubicBezTo>
                    <a:pt x="23519" y="21633"/>
                    <a:pt x="17677" y="24808"/>
                    <a:pt x="13867" y="27475"/>
                  </a:cubicBezTo>
                  <a:lnTo>
                    <a:pt x="10819" y="23157"/>
                  </a:lnTo>
                  <a:lnTo>
                    <a:pt x="14502" y="26967"/>
                  </a:lnTo>
                  <a:cubicBezTo>
                    <a:pt x="11835" y="29634"/>
                    <a:pt x="11327" y="30523"/>
                    <a:pt x="10692" y="31920"/>
                  </a:cubicBezTo>
                  <a:lnTo>
                    <a:pt x="5866" y="29634"/>
                  </a:lnTo>
                  <a:lnTo>
                    <a:pt x="10946" y="31158"/>
                  </a:lnTo>
                  <a:cubicBezTo>
                    <a:pt x="10565" y="32555"/>
                    <a:pt x="10311" y="33952"/>
                    <a:pt x="10438" y="35476"/>
                  </a:cubicBezTo>
                  <a:lnTo>
                    <a:pt x="5104" y="35730"/>
                  </a:lnTo>
                  <a:lnTo>
                    <a:pt x="10311" y="34460"/>
                  </a:lnTo>
                  <a:cubicBezTo>
                    <a:pt x="10565" y="35476"/>
                    <a:pt x="11073" y="36619"/>
                    <a:pt x="11581" y="37635"/>
                  </a:cubicBezTo>
                  <a:lnTo>
                    <a:pt x="7009" y="40429"/>
                  </a:lnTo>
                  <a:lnTo>
                    <a:pt x="11073" y="37000"/>
                  </a:lnTo>
                  <a:cubicBezTo>
                    <a:pt x="13232" y="39413"/>
                    <a:pt x="16788" y="42461"/>
                    <a:pt x="20725" y="44874"/>
                  </a:cubicBezTo>
                  <a:cubicBezTo>
                    <a:pt x="23265" y="46398"/>
                    <a:pt x="24027" y="49700"/>
                    <a:pt x="22503" y="52113"/>
                  </a:cubicBezTo>
                  <a:cubicBezTo>
                    <a:pt x="20979" y="54526"/>
                    <a:pt x="17677" y="55415"/>
                    <a:pt x="15264" y="5389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15925" y="3687954"/>
              <a:ext cx="86868" cy="86614"/>
            </a:xfrm>
            <a:custGeom>
              <a:avLst/>
              <a:gdLst/>
              <a:ahLst/>
              <a:cxnLst/>
              <a:rect r="r" b="b" t="t" l="l"/>
              <a:pathLst>
                <a:path h="86614" w="86868">
                  <a:moveTo>
                    <a:pt x="86868" y="43180"/>
                  </a:moveTo>
                  <a:cubicBezTo>
                    <a:pt x="86868" y="48895"/>
                    <a:pt x="85725" y="54483"/>
                    <a:pt x="83566" y="59817"/>
                  </a:cubicBezTo>
                  <a:lnTo>
                    <a:pt x="78613" y="57785"/>
                  </a:lnTo>
                  <a:lnTo>
                    <a:pt x="83566" y="59817"/>
                  </a:lnTo>
                  <a:cubicBezTo>
                    <a:pt x="81407" y="65151"/>
                    <a:pt x="78232" y="69850"/>
                    <a:pt x="74168" y="73914"/>
                  </a:cubicBezTo>
                  <a:lnTo>
                    <a:pt x="70358" y="70104"/>
                  </a:lnTo>
                  <a:lnTo>
                    <a:pt x="74168" y="73914"/>
                  </a:lnTo>
                  <a:cubicBezTo>
                    <a:pt x="70104" y="77978"/>
                    <a:pt x="65405" y="81153"/>
                    <a:pt x="60071" y="83312"/>
                  </a:cubicBezTo>
                  <a:lnTo>
                    <a:pt x="58039" y="78359"/>
                  </a:lnTo>
                  <a:lnTo>
                    <a:pt x="60071" y="83312"/>
                  </a:lnTo>
                  <a:cubicBezTo>
                    <a:pt x="54737" y="85471"/>
                    <a:pt x="49149" y="86614"/>
                    <a:pt x="43434" y="86614"/>
                  </a:cubicBezTo>
                  <a:lnTo>
                    <a:pt x="43434" y="81280"/>
                  </a:lnTo>
                  <a:lnTo>
                    <a:pt x="43434" y="86614"/>
                  </a:lnTo>
                  <a:cubicBezTo>
                    <a:pt x="37719" y="86614"/>
                    <a:pt x="32131" y="85471"/>
                    <a:pt x="26797" y="83312"/>
                  </a:cubicBezTo>
                  <a:lnTo>
                    <a:pt x="28829" y="78359"/>
                  </a:lnTo>
                  <a:lnTo>
                    <a:pt x="26797" y="83312"/>
                  </a:lnTo>
                  <a:cubicBezTo>
                    <a:pt x="21463" y="81153"/>
                    <a:pt x="16764" y="77978"/>
                    <a:pt x="12700" y="73914"/>
                  </a:cubicBezTo>
                  <a:lnTo>
                    <a:pt x="16510" y="70231"/>
                  </a:lnTo>
                  <a:lnTo>
                    <a:pt x="12700" y="74041"/>
                  </a:lnTo>
                  <a:cubicBezTo>
                    <a:pt x="8636" y="69977"/>
                    <a:pt x="5461" y="65278"/>
                    <a:pt x="3302" y="59944"/>
                  </a:cubicBezTo>
                  <a:lnTo>
                    <a:pt x="8255" y="57912"/>
                  </a:lnTo>
                  <a:lnTo>
                    <a:pt x="3302" y="59944"/>
                  </a:lnTo>
                  <a:cubicBezTo>
                    <a:pt x="1143" y="54610"/>
                    <a:pt x="0" y="49022"/>
                    <a:pt x="0" y="43307"/>
                  </a:cubicBezTo>
                  <a:lnTo>
                    <a:pt x="5334" y="43307"/>
                  </a:lnTo>
                  <a:lnTo>
                    <a:pt x="0" y="43307"/>
                  </a:lnTo>
                  <a:cubicBezTo>
                    <a:pt x="0" y="37592"/>
                    <a:pt x="1143" y="32004"/>
                    <a:pt x="3302" y="26670"/>
                  </a:cubicBezTo>
                  <a:lnTo>
                    <a:pt x="8255" y="28702"/>
                  </a:lnTo>
                  <a:lnTo>
                    <a:pt x="3302" y="26670"/>
                  </a:lnTo>
                  <a:cubicBezTo>
                    <a:pt x="5461" y="21336"/>
                    <a:pt x="8636" y="16637"/>
                    <a:pt x="12700" y="12573"/>
                  </a:cubicBezTo>
                  <a:lnTo>
                    <a:pt x="16510" y="16383"/>
                  </a:lnTo>
                  <a:lnTo>
                    <a:pt x="12700" y="12700"/>
                  </a:lnTo>
                  <a:cubicBezTo>
                    <a:pt x="16764" y="8636"/>
                    <a:pt x="21463" y="5461"/>
                    <a:pt x="26797" y="3302"/>
                  </a:cubicBezTo>
                  <a:cubicBezTo>
                    <a:pt x="32131" y="1143"/>
                    <a:pt x="37719" y="0"/>
                    <a:pt x="43434" y="0"/>
                  </a:cubicBezTo>
                  <a:lnTo>
                    <a:pt x="43434" y="5334"/>
                  </a:lnTo>
                  <a:lnTo>
                    <a:pt x="43434" y="0"/>
                  </a:lnTo>
                  <a:cubicBezTo>
                    <a:pt x="49149" y="0"/>
                    <a:pt x="54737" y="1143"/>
                    <a:pt x="60071" y="3302"/>
                  </a:cubicBezTo>
                  <a:cubicBezTo>
                    <a:pt x="65405" y="5461"/>
                    <a:pt x="70104" y="8636"/>
                    <a:pt x="74168" y="12700"/>
                  </a:cubicBezTo>
                  <a:lnTo>
                    <a:pt x="70358" y="16510"/>
                  </a:lnTo>
                  <a:lnTo>
                    <a:pt x="74168" y="12700"/>
                  </a:lnTo>
                  <a:cubicBezTo>
                    <a:pt x="78232" y="16764"/>
                    <a:pt x="81407" y="21463"/>
                    <a:pt x="83566" y="26797"/>
                  </a:cubicBezTo>
                  <a:lnTo>
                    <a:pt x="78613" y="28829"/>
                  </a:lnTo>
                  <a:lnTo>
                    <a:pt x="83566" y="26797"/>
                  </a:lnTo>
                  <a:cubicBezTo>
                    <a:pt x="85725" y="32131"/>
                    <a:pt x="86868" y="37719"/>
                    <a:pt x="86868" y="43434"/>
                  </a:cubicBezTo>
                  <a:lnTo>
                    <a:pt x="81534" y="43434"/>
                  </a:lnTo>
                  <a:lnTo>
                    <a:pt x="86868" y="43434"/>
                  </a:lnTo>
                  <a:moveTo>
                    <a:pt x="76327" y="43434"/>
                  </a:moveTo>
                  <a:cubicBezTo>
                    <a:pt x="76327" y="39116"/>
                    <a:pt x="75438" y="34925"/>
                    <a:pt x="73787" y="30861"/>
                  </a:cubicBezTo>
                  <a:cubicBezTo>
                    <a:pt x="72136" y="26797"/>
                    <a:pt x="69723" y="23241"/>
                    <a:pt x="66675" y="20193"/>
                  </a:cubicBezTo>
                  <a:cubicBezTo>
                    <a:pt x="63627" y="17145"/>
                    <a:pt x="60071" y="14732"/>
                    <a:pt x="56007" y="13081"/>
                  </a:cubicBezTo>
                  <a:lnTo>
                    <a:pt x="58039" y="8128"/>
                  </a:lnTo>
                  <a:lnTo>
                    <a:pt x="56007" y="13081"/>
                  </a:lnTo>
                  <a:cubicBezTo>
                    <a:pt x="51943" y="11430"/>
                    <a:pt x="47752" y="10541"/>
                    <a:pt x="43434" y="10541"/>
                  </a:cubicBezTo>
                  <a:cubicBezTo>
                    <a:pt x="39116" y="10541"/>
                    <a:pt x="34925" y="11430"/>
                    <a:pt x="30861" y="13081"/>
                  </a:cubicBezTo>
                  <a:lnTo>
                    <a:pt x="28829" y="8128"/>
                  </a:lnTo>
                  <a:lnTo>
                    <a:pt x="30861" y="13081"/>
                  </a:lnTo>
                  <a:cubicBezTo>
                    <a:pt x="26797" y="14732"/>
                    <a:pt x="23241" y="17145"/>
                    <a:pt x="20193" y="20193"/>
                  </a:cubicBezTo>
                  <a:cubicBezTo>
                    <a:pt x="17145" y="23241"/>
                    <a:pt x="14732" y="26797"/>
                    <a:pt x="13081" y="30861"/>
                  </a:cubicBezTo>
                  <a:cubicBezTo>
                    <a:pt x="11430" y="34925"/>
                    <a:pt x="10541" y="39116"/>
                    <a:pt x="10541" y="43434"/>
                  </a:cubicBezTo>
                  <a:cubicBezTo>
                    <a:pt x="10541" y="47752"/>
                    <a:pt x="11430" y="51943"/>
                    <a:pt x="13081" y="56007"/>
                  </a:cubicBezTo>
                  <a:cubicBezTo>
                    <a:pt x="14732" y="60071"/>
                    <a:pt x="17145" y="63627"/>
                    <a:pt x="20193" y="66675"/>
                  </a:cubicBezTo>
                  <a:cubicBezTo>
                    <a:pt x="23241" y="69723"/>
                    <a:pt x="26797" y="72136"/>
                    <a:pt x="30861" y="73787"/>
                  </a:cubicBezTo>
                  <a:cubicBezTo>
                    <a:pt x="34925" y="75438"/>
                    <a:pt x="39116" y="76327"/>
                    <a:pt x="43434" y="76327"/>
                  </a:cubicBezTo>
                  <a:cubicBezTo>
                    <a:pt x="47752" y="76327"/>
                    <a:pt x="51943" y="75438"/>
                    <a:pt x="56007" y="73787"/>
                  </a:cubicBezTo>
                  <a:cubicBezTo>
                    <a:pt x="60071" y="72136"/>
                    <a:pt x="63627" y="69723"/>
                    <a:pt x="66675" y="66675"/>
                  </a:cubicBezTo>
                  <a:cubicBezTo>
                    <a:pt x="69723" y="63627"/>
                    <a:pt x="72136" y="60071"/>
                    <a:pt x="73787" y="56007"/>
                  </a:cubicBezTo>
                  <a:cubicBezTo>
                    <a:pt x="75438" y="51943"/>
                    <a:pt x="76327" y="47752"/>
                    <a:pt x="76327" y="4343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4906413" y="494929"/>
            <a:ext cx="4881039" cy="101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b="true" sz="313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Common Challenges in Inventory Management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69773" y="1695259"/>
            <a:ext cx="122006" cy="43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47312" y="2781109"/>
            <a:ext cx="1049036" cy="31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Deadstock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66545" y="3112065"/>
            <a:ext cx="40338" cy="2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47312" y="3905060"/>
            <a:ext cx="2091947" cy="32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Forecasting Errors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578451" y="4245540"/>
            <a:ext cx="40338" cy="29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47312" y="1809559"/>
            <a:ext cx="2207838" cy="32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Inventory</a:t>
            </a:r>
            <a:r>
              <a:rPr lang="en-US" b="true" sz="156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Shrinkage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82211" y="2150040"/>
            <a:ext cx="40338" cy="29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847312" y="5057594"/>
            <a:ext cx="2903106" cy="31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b="true" sz="1569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Multi-Location Complexity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738071" y="5388540"/>
            <a:ext cx="40338" cy="28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847312" y="4312215"/>
            <a:ext cx="4435688" cy="22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Inaccuratepredictionsleadingto either overstock situations or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847312" y="4550340"/>
            <a:ext cx="1743046" cy="22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disappointing stockouts.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847312" y="3169215"/>
            <a:ext cx="4564561" cy="22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Unsellableorobsolete inventory that ties up valuable capital and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47312" y="3407340"/>
            <a:ext cx="1043178" cy="22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storage space.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847312" y="2226240"/>
            <a:ext cx="4923568" cy="21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Lossduetotheft,damage,orrecording errors that erodes profitability.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847312" y="5455215"/>
            <a:ext cx="5041059" cy="21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25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Coordinatinginventoryacrossmultiplewarehouses and retail locations.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41872" y="1670047"/>
            <a:ext cx="555622" cy="993772"/>
            <a:chOff x="0" y="0"/>
            <a:chExt cx="555625" cy="993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6375" y="158750"/>
              <a:ext cx="142748" cy="771525"/>
            </a:xfrm>
            <a:custGeom>
              <a:avLst/>
              <a:gdLst/>
              <a:ahLst/>
              <a:cxnLst/>
              <a:rect r="r" b="b" t="t" l="l"/>
              <a:pathLst>
                <a:path h="771525" w="142748">
                  <a:moveTo>
                    <a:pt x="0" y="753872"/>
                  </a:moveTo>
                  <a:lnTo>
                    <a:pt x="0" y="17653"/>
                  </a:lnTo>
                  <a:cubicBezTo>
                    <a:pt x="0" y="15367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125095" y="0"/>
                  </a:lnTo>
                  <a:cubicBezTo>
                    <a:pt x="127381" y="0"/>
                    <a:pt x="129667" y="381"/>
                    <a:pt x="131826" y="1397"/>
                  </a:cubicBezTo>
                  <a:cubicBezTo>
                    <a:pt x="133985" y="2413"/>
                    <a:pt x="135890" y="3556"/>
                    <a:pt x="137541" y="5207"/>
                  </a:cubicBezTo>
                  <a:cubicBezTo>
                    <a:pt x="139192" y="6858"/>
                    <a:pt x="140462" y="8763"/>
                    <a:pt x="141351" y="10922"/>
                  </a:cubicBezTo>
                  <a:cubicBezTo>
                    <a:pt x="142240" y="13081"/>
                    <a:pt x="142748" y="15367"/>
                    <a:pt x="142748" y="17653"/>
                  </a:cubicBezTo>
                  <a:lnTo>
                    <a:pt x="142748" y="753872"/>
                  </a:lnTo>
                  <a:cubicBezTo>
                    <a:pt x="142748" y="756158"/>
                    <a:pt x="142240" y="758444"/>
                    <a:pt x="141351" y="760603"/>
                  </a:cubicBezTo>
                  <a:cubicBezTo>
                    <a:pt x="140462" y="762762"/>
                    <a:pt x="139192" y="764667"/>
                    <a:pt x="137541" y="766318"/>
                  </a:cubicBezTo>
                  <a:cubicBezTo>
                    <a:pt x="135890" y="767969"/>
                    <a:pt x="133985" y="769239"/>
                    <a:pt x="131826" y="770128"/>
                  </a:cubicBezTo>
                  <a:cubicBezTo>
                    <a:pt x="129667" y="771017"/>
                    <a:pt x="127381" y="771525"/>
                    <a:pt x="125095" y="771525"/>
                  </a:cubicBezTo>
                  <a:lnTo>
                    <a:pt x="17653" y="771525"/>
                  </a:lnTo>
                  <a:cubicBezTo>
                    <a:pt x="15367" y="771525"/>
                    <a:pt x="13081" y="771017"/>
                    <a:pt x="10922" y="770128"/>
                  </a:cubicBezTo>
                  <a:cubicBezTo>
                    <a:pt x="8763" y="769239"/>
                    <a:pt x="6858" y="767969"/>
                    <a:pt x="5207" y="766318"/>
                  </a:cubicBezTo>
                  <a:cubicBezTo>
                    <a:pt x="3556" y="764667"/>
                    <a:pt x="2286" y="762762"/>
                    <a:pt x="1397" y="760603"/>
                  </a:cubicBezTo>
                  <a:cubicBezTo>
                    <a:pt x="508" y="758444"/>
                    <a:pt x="0" y="756158"/>
                    <a:pt x="0" y="753872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428371" cy="428244"/>
            </a:xfrm>
            <a:custGeom>
              <a:avLst/>
              <a:gdLst/>
              <a:ahLst/>
              <a:cxnLst/>
              <a:rect r="r" b="b" t="t" l="l"/>
              <a:pathLst>
                <a:path h="428244" w="428371">
                  <a:moveTo>
                    <a:pt x="0" y="216027"/>
                  </a:moveTo>
                  <a:lnTo>
                    <a:pt x="0" y="212598"/>
                  </a:lnTo>
                  <a:cubicBezTo>
                    <a:pt x="0" y="205613"/>
                    <a:pt x="381" y="198628"/>
                    <a:pt x="1016" y="191770"/>
                  </a:cubicBezTo>
                  <a:cubicBezTo>
                    <a:pt x="1651" y="184912"/>
                    <a:pt x="2667" y="177927"/>
                    <a:pt x="4064" y="171196"/>
                  </a:cubicBezTo>
                  <a:cubicBezTo>
                    <a:pt x="5461" y="164465"/>
                    <a:pt x="7112" y="157607"/>
                    <a:pt x="9144" y="151003"/>
                  </a:cubicBezTo>
                  <a:cubicBezTo>
                    <a:pt x="11176" y="144399"/>
                    <a:pt x="13462" y="137795"/>
                    <a:pt x="16129" y="131318"/>
                  </a:cubicBezTo>
                  <a:cubicBezTo>
                    <a:pt x="18796" y="124841"/>
                    <a:pt x="21717" y="118618"/>
                    <a:pt x="25019" y="112522"/>
                  </a:cubicBezTo>
                  <a:cubicBezTo>
                    <a:pt x="28321" y="106426"/>
                    <a:pt x="31877" y="100457"/>
                    <a:pt x="35687" y="94615"/>
                  </a:cubicBezTo>
                  <a:cubicBezTo>
                    <a:pt x="39497" y="88773"/>
                    <a:pt x="43688" y="83185"/>
                    <a:pt x="48133" y="77851"/>
                  </a:cubicBezTo>
                  <a:cubicBezTo>
                    <a:pt x="52578" y="72517"/>
                    <a:pt x="57150" y="67310"/>
                    <a:pt x="62103" y="62357"/>
                  </a:cubicBezTo>
                  <a:cubicBezTo>
                    <a:pt x="67056" y="57404"/>
                    <a:pt x="72136" y="52705"/>
                    <a:pt x="77597" y="48387"/>
                  </a:cubicBezTo>
                  <a:cubicBezTo>
                    <a:pt x="83058" y="44069"/>
                    <a:pt x="88519" y="39878"/>
                    <a:pt x="94361" y="35941"/>
                  </a:cubicBezTo>
                  <a:cubicBezTo>
                    <a:pt x="100203" y="32004"/>
                    <a:pt x="106045" y="28448"/>
                    <a:pt x="112268" y="25273"/>
                  </a:cubicBezTo>
                  <a:cubicBezTo>
                    <a:pt x="118491" y="22098"/>
                    <a:pt x="124714" y="19050"/>
                    <a:pt x="131191" y="16383"/>
                  </a:cubicBezTo>
                  <a:cubicBezTo>
                    <a:pt x="137668" y="13716"/>
                    <a:pt x="144145" y="11430"/>
                    <a:pt x="150876" y="9398"/>
                  </a:cubicBezTo>
                  <a:cubicBezTo>
                    <a:pt x="157607" y="7366"/>
                    <a:pt x="164338" y="5715"/>
                    <a:pt x="171069" y="4318"/>
                  </a:cubicBezTo>
                  <a:cubicBezTo>
                    <a:pt x="177800" y="2921"/>
                    <a:pt x="184785" y="1905"/>
                    <a:pt x="191643" y="1270"/>
                  </a:cubicBezTo>
                  <a:cubicBezTo>
                    <a:pt x="198501" y="635"/>
                    <a:pt x="205613" y="0"/>
                    <a:pt x="212598" y="0"/>
                  </a:cubicBezTo>
                  <a:lnTo>
                    <a:pt x="216027" y="0"/>
                  </a:lnTo>
                  <a:cubicBezTo>
                    <a:pt x="223012" y="0"/>
                    <a:pt x="229997" y="381"/>
                    <a:pt x="236855" y="1016"/>
                  </a:cubicBezTo>
                  <a:cubicBezTo>
                    <a:pt x="243713" y="1651"/>
                    <a:pt x="250698" y="2667"/>
                    <a:pt x="257429" y="4064"/>
                  </a:cubicBezTo>
                  <a:cubicBezTo>
                    <a:pt x="264160" y="5461"/>
                    <a:pt x="271018" y="7112"/>
                    <a:pt x="277622" y="9144"/>
                  </a:cubicBezTo>
                  <a:cubicBezTo>
                    <a:pt x="284226" y="11176"/>
                    <a:pt x="290830" y="13462"/>
                    <a:pt x="297307" y="16129"/>
                  </a:cubicBezTo>
                  <a:cubicBezTo>
                    <a:pt x="303784" y="18796"/>
                    <a:pt x="310007" y="21717"/>
                    <a:pt x="316103" y="25019"/>
                  </a:cubicBezTo>
                  <a:cubicBezTo>
                    <a:pt x="322199" y="28321"/>
                    <a:pt x="328168" y="31877"/>
                    <a:pt x="334010" y="35687"/>
                  </a:cubicBezTo>
                  <a:cubicBezTo>
                    <a:pt x="339852" y="39497"/>
                    <a:pt x="345440" y="43688"/>
                    <a:pt x="350774" y="48133"/>
                  </a:cubicBezTo>
                  <a:cubicBezTo>
                    <a:pt x="356108" y="52578"/>
                    <a:pt x="361315" y="57150"/>
                    <a:pt x="366268" y="62103"/>
                  </a:cubicBezTo>
                  <a:cubicBezTo>
                    <a:pt x="371221" y="67056"/>
                    <a:pt x="375920" y="72136"/>
                    <a:pt x="380238" y="77597"/>
                  </a:cubicBezTo>
                  <a:cubicBezTo>
                    <a:pt x="384556" y="83058"/>
                    <a:pt x="388747" y="88519"/>
                    <a:pt x="392684" y="94361"/>
                  </a:cubicBezTo>
                  <a:cubicBezTo>
                    <a:pt x="396621" y="100203"/>
                    <a:pt x="400177" y="106172"/>
                    <a:pt x="403352" y="112268"/>
                  </a:cubicBezTo>
                  <a:cubicBezTo>
                    <a:pt x="406527" y="118364"/>
                    <a:pt x="409575" y="124714"/>
                    <a:pt x="412242" y="131064"/>
                  </a:cubicBezTo>
                  <a:cubicBezTo>
                    <a:pt x="414909" y="137414"/>
                    <a:pt x="417195" y="144018"/>
                    <a:pt x="419227" y="150749"/>
                  </a:cubicBezTo>
                  <a:cubicBezTo>
                    <a:pt x="421259" y="157480"/>
                    <a:pt x="422910" y="164084"/>
                    <a:pt x="424307" y="170942"/>
                  </a:cubicBezTo>
                  <a:cubicBezTo>
                    <a:pt x="425704" y="177800"/>
                    <a:pt x="426720" y="184658"/>
                    <a:pt x="427355" y="191516"/>
                  </a:cubicBezTo>
                  <a:cubicBezTo>
                    <a:pt x="427990" y="198374"/>
                    <a:pt x="428371" y="205359"/>
                    <a:pt x="428371" y="212344"/>
                  </a:cubicBezTo>
                  <a:lnTo>
                    <a:pt x="428371" y="215773"/>
                  </a:lnTo>
                  <a:cubicBezTo>
                    <a:pt x="428371" y="222758"/>
                    <a:pt x="427990" y="229743"/>
                    <a:pt x="427355" y="236601"/>
                  </a:cubicBezTo>
                  <a:cubicBezTo>
                    <a:pt x="426720" y="243459"/>
                    <a:pt x="425577" y="250444"/>
                    <a:pt x="424307" y="257175"/>
                  </a:cubicBezTo>
                  <a:cubicBezTo>
                    <a:pt x="423037" y="263906"/>
                    <a:pt x="421259" y="270764"/>
                    <a:pt x="419227" y="277368"/>
                  </a:cubicBezTo>
                  <a:cubicBezTo>
                    <a:pt x="417195" y="283972"/>
                    <a:pt x="414909" y="290576"/>
                    <a:pt x="412242" y="297053"/>
                  </a:cubicBezTo>
                  <a:cubicBezTo>
                    <a:pt x="409575" y="303530"/>
                    <a:pt x="406654" y="309753"/>
                    <a:pt x="403352" y="315976"/>
                  </a:cubicBezTo>
                  <a:cubicBezTo>
                    <a:pt x="400050" y="322199"/>
                    <a:pt x="396494" y="328041"/>
                    <a:pt x="392684" y="333883"/>
                  </a:cubicBezTo>
                  <a:cubicBezTo>
                    <a:pt x="388874" y="339725"/>
                    <a:pt x="384683" y="345313"/>
                    <a:pt x="380238" y="350647"/>
                  </a:cubicBezTo>
                  <a:cubicBezTo>
                    <a:pt x="375793" y="355981"/>
                    <a:pt x="371221" y="361188"/>
                    <a:pt x="366268" y="366141"/>
                  </a:cubicBezTo>
                  <a:cubicBezTo>
                    <a:pt x="361315" y="371094"/>
                    <a:pt x="356235" y="375793"/>
                    <a:pt x="350774" y="380111"/>
                  </a:cubicBezTo>
                  <a:cubicBezTo>
                    <a:pt x="345313" y="384429"/>
                    <a:pt x="339852" y="388620"/>
                    <a:pt x="334010" y="392557"/>
                  </a:cubicBezTo>
                  <a:cubicBezTo>
                    <a:pt x="328168" y="396494"/>
                    <a:pt x="322199" y="400050"/>
                    <a:pt x="316103" y="403225"/>
                  </a:cubicBezTo>
                  <a:cubicBezTo>
                    <a:pt x="310007" y="406400"/>
                    <a:pt x="303657" y="409448"/>
                    <a:pt x="297307" y="412115"/>
                  </a:cubicBezTo>
                  <a:cubicBezTo>
                    <a:pt x="290957" y="414782"/>
                    <a:pt x="284353" y="417068"/>
                    <a:pt x="277622" y="419100"/>
                  </a:cubicBezTo>
                  <a:cubicBezTo>
                    <a:pt x="270891" y="421132"/>
                    <a:pt x="264160" y="422783"/>
                    <a:pt x="257429" y="424180"/>
                  </a:cubicBezTo>
                  <a:cubicBezTo>
                    <a:pt x="250698" y="425577"/>
                    <a:pt x="243713" y="426593"/>
                    <a:pt x="236855" y="427228"/>
                  </a:cubicBezTo>
                  <a:cubicBezTo>
                    <a:pt x="229997" y="427863"/>
                    <a:pt x="223012" y="428244"/>
                    <a:pt x="216027" y="428244"/>
                  </a:cubicBezTo>
                  <a:lnTo>
                    <a:pt x="212598" y="428244"/>
                  </a:lnTo>
                  <a:cubicBezTo>
                    <a:pt x="205613" y="428244"/>
                    <a:pt x="198628" y="427863"/>
                    <a:pt x="191770" y="427228"/>
                  </a:cubicBezTo>
                  <a:cubicBezTo>
                    <a:pt x="184912" y="426593"/>
                    <a:pt x="177927" y="425577"/>
                    <a:pt x="171196" y="424180"/>
                  </a:cubicBezTo>
                  <a:cubicBezTo>
                    <a:pt x="164465" y="422783"/>
                    <a:pt x="157607" y="421132"/>
                    <a:pt x="151003" y="419100"/>
                  </a:cubicBezTo>
                  <a:cubicBezTo>
                    <a:pt x="144399" y="417068"/>
                    <a:pt x="137795" y="414782"/>
                    <a:pt x="131318" y="412115"/>
                  </a:cubicBezTo>
                  <a:cubicBezTo>
                    <a:pt x="124841" y="409448"/>
                    <a:pt x="118618" y="406527"/>
                    <a:pt x="112395" y="403225"/>
                  </a:cubicBezTo>
                  <a:cubicBezTo>
                    <a:pt x="106172" y="399923"/>
                    <a:pt x="100330" y="396367"/>
                    <a:pt x="94488" y="392557"/>
                  </a:cubicBezTo>
                  <a:cubicBezTo>
                    <a:pt x="88646" y="388747"/>
                    <a:pt x="83058" y="384556"/>
                    <a:pt x="77724" y="380111"/>
                  </a:cubicBezTo>
                  <a:cubicBezTo>
                    <a:pt x="72390" y="375666"/>
                    <a:pt x="67183" y="370967"/>
                    <a:pt x="62230" y="366141"/>
                  </a:cubicBezTo>
                  <a:cubicBezTo>
                    <a:pt x="57277" y="361315"/>
                    <a:pt x="52578" y="356108"/>
                    <a:pt x="48260" y="350647"/>
                  </a:cubicBezTo>
                  <a:cubicBezTo>
                    <a:pt x="43942" y="345186"/>
                    <a:pt x="39751" y="339725"/>
                    <a:pt x="35814" y="333883"/>
                  </a:cubicBezTo>
                  <a:cubicBezTo>
                    <a:pt x="31877" y="328041"/>
                    <a:pt x="28321" y="322072"/>
                    <a:pt x="25146" y="315976"/>
                  </a:cubicBezTo>
                  <a:cubicBezTo>
                    <a:pt x="21971" y="309880"/>
                    <a:pt x="18923" y="303530"/>
                    <a:pt x="16256" y="297053"/>
                  </a:cubicBezTo>
                  <a:cubicBezTo>
                    <a:pt x="13589" y="290576"/>
                    <a:pt x="11303" y="284099"/>
                    <a:pt x="9271" y="277368"/>
                  </a:cubicBezTo>
                  <a:cubicBezTo>
                    <a:pt x="7239" y="270637"/>
                    <a:pt x="5588" y="263906"/>
                    <a:pt x="4191" y="257175"/>
                  </a:cubicBezTo>
                  <a:cubicBezTo>
                    <a:pt x="2794" y="250444"/>
                    <a:pt x="1778" y="243459"/>
                    <a:pt x="1143" y="236601"/>
                  </a:cubicBezTo>
                  <a:cubicBezTo>
                    <a:pt x="508" y="229743"/>
                    <a:pt x="0" y="223012"/>
                    <a:pt x="0" y="216027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92354" y="163195"/>
              <a:ext cx="38735" cy="32893"/>
            </a:xfrm>
            <a:custGeom>
              <a:avLst/>
              <a:gdLst/>
              <a:ahLst/>
              <a:cxnLst/>
              <a:rect r="r" b="b" t="t" l="l"/>
              <a:pathLst>
                <a:path h="32893" w="38735">
                  <a:moveTo>
                    <a:pt x="29083" y="28448"/>
                  </a:moveTo>
                  <a:cubicBezTo>
                    <a:pt x="28956" y="25654"/>
                    <a:pt x="28829" y="23876"/>
                    <a:pt x="28067" y="20955"/>
                  </a:cubicBezTo>
                  <a:lnTo>
                    <a:pt x="32639" y="19685"/>
                  </a:lnTo>
                  <a:lnTo>
                    <a:pt x="28194" y="21463"/>
                  </a:lnTo>
                  <a:cubicBezTo>
                    <a:pt x="27432" y="19685"/>
                    <a:pt x="26416" y="17907"/>
                    <a:pt x="25146" y="16002"/>
                  </a:cubicBezTo>
                  <a:lnTo>
                    <a:pt x="29083" y="13208"/>
                  </a:lnTo>
                  <a:lnTo>
                    <a:pt x="25527" y="16383"/>
                  </a:lnTo>
                  <a:cubicBezTo>
                    <a:pt x="23876" y="14605"/>
                    <a:pt x="22098" y="12954"/>
                    <a:pt x="20193" y="11684"/>
                  </a:cubicBezTo>
                  <a:lnTo>
                    <a:pt x="22860" y="7747"/>
                  </a:lnTo>
                  <a:lnTo>
                    <a:pt x="20701" y="11938"/>
                  </a:lnTo>
                  <a:cubicBezTo>
                    <a:pt x="18796" y="10922"/>
                    <a:pt x="17018" y="10287"/>
                    <a:pt x="15240" y="9779"/>
                  </a:cubicBezTo>
                  <a:lnTo>
                    <a:pt x="16383" y="5207"/>
                  </a:lnTo>
                  <a:lnTo>
                    <a:pt x="15875" y="9906"/>
                  </a:lnTo>
                  <a:cubicBezTo>
                    <a:pt x="14097" y="9652"/>
                    <a:pt x="10414" y="9525"/>
                    <a:pt x="4699" y="9525"/>
                  </a:cubicBezTo>
                  <a:cubicBezTo>
                    <a:pt x="2032" y="9525"/>
                    <a:pt x="0" y="7366"/>
                    <a:pt x="0" y="4699"/>
                  </a:cubicBezTo>
                  <a:cubicBezTo>
                    <a:pt x="0" y="2032"/>
                    <a:pt x="2159" y="0"/>
                    <a:pt x="4826" y="0"/>
                  </a:cubicBezTo>
                  <a:cubicBezTo>
                    <a:pt x="10414" y="0"/>
                    <a:pt x="14605" y="127"/>
                    <a:pt x="17018" y="381"/>
                  </a:cubicBezTo>
                  <a:cubicBezTo>
                    <a:pt x="17272" y="381"/>
                    <a:pt x="17399" y="508"/>
                    <a:pt x="17653" y="508"/>
                  </a:cubicBezTo>
                  <a:cubicBezTo>
                    <a:pt x="20193" y="1143"/>
                    <a:pt x="22606" y="2159"/>
                    <a:pt x="25146" y="3429"/>
                  </a:cubicBezTo>
                  <a:cubicBezTo>
                    <a:pt x="25273" y="3556"/>
                    <a:pt x="25527" y="3556"/>
                    <a:pt x="25654" y="3683"/>
                  </a:cubicBezTo>
                  <a:cubicBezTo>
                    <a:pt x="28194" y="5334"/>
                    <a:pt x="30480" y="7493"/>
                    <a:pt x="32639" y="9906"/>
                  </a:cubicBezTo>
                  <a:cubicBezTo>
                    <a:pt x="32766" y="10033"/>
                    <a:pt x="32893" y="10160"/>
                    <a:pt x="33020" y="10414"/>
                  </a:cubicBezTo>
                  <a:cubicBezTo>
                    <a:pt x="34671" y="12827"/>
                    <a:pt x="36068" y="15240"/>
                    <a:pt x="37084" y="17780"/>
                  </a:cubicBezTo>
                  <a:cubicBezTo>
                    <a:pt x="37211" y="18034"/>
                    <a:pt x="37211" y="18161"/>
                    <a:pt x="37338" y="18415"/>
                  </a:cubicBezTo>
                  <a:cubicBezTo>
                    <a:pt x="38354" y="21971"/>
                    <a:pt x="38608" y="24511"/>
                    <a:pt x="38735" y="28067"/>
                  </a:cubicBezTo>
                  <a:cubicBezTo>
                    <a:pt x="38735" y="30734"/>
                    <a:pt x="36703" y="32893"/>
                    <a:pt x="34036" y="32893"/>
                  </a:cubicBezTo>
                  <a:cubicBezTo>
                    <a:pt x="31369" y="32893"/>
                    <a:pt x="29210" y="30861"/>
                    <a:pt x="29210" y="2819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64592" y="163317"/>
              <a:ext cx="32390" cy="38359"/>
            </a:xfrm>
            <a:custGeom>
              <a:avLst/>
              <a:gdLst/>
              <a:ahLst/>
              <a:cxnLst/>
              <a:rect r="r" b="b" t="t" l="l"/>
              <a:pathLst>
                <a:path h="38359" w="32390">
                  <a:moveTo>
                    <a:pt x="27813" y="9784"/>
                  </a:moveTo>
                  <a:cubicBezTo>
                    <a:pt x="25146" y="9911"/>
                    <a:pt x="22987" y="10165"/>
                    <a:pt x="21336" y="10546"/>
                  </a:cubicBezTo>
                  <a:lnTo>
                    <a:pt x="20320" y="5847"/>
                  </a:lnTo>
                  <a:lnTo>
                    <a:pt x="21844" y="10292"/>
                  </a:lnTo>
                  <a:cubicBezTo>
                    <a:pt x="19685" y="11054"/>
                    <a:pt x="17780" y="12070"/>
                    <a:pt x="16129" y="13086"/>
                  </a:cubicBezTo>
                  <a:lnTo>
                    <a:pt x="13589" y="9022"/>
                  </a:lnTo>
                  <a:lnTo>
                    <a:pt x="16637" y="12705"/>
                  </a:lnTo>
                  <a:cubicBezTo>
                    <a:pt x="14478" y="14483"/>
                    <a:pt x="13208" y="15880"/>
                    <a:pt x="11684" y="18039"/>
                  </a:cubicBezTo>
                  <a:lnTo>
                    <a:pt x="7874" y="15245"/>
                  </a:lnTo>
                  <a:lnTo>
                    <a:pt x="12065" y="17658"/>
                  </a:lnTo>
                  <a:cubicBezTo>
                    <a:pt x="11430" y="18674"/>
                    <a:pt x="10541" y="20706"/>
                    <a:pt x="9906" y="22992"/>
                  </a:cubicBezTo>
                  <a:lnTo>
                    <a:pt x="5334" y="21595"/>
                  </a:lnTo>
                  <a:lnTo>
                    <a:pt x="10033" y="22230"/>
                  </a:lnTo>
                  <a:cubicBezTo>
                    <a:pt x="9779" y="24262"/>
                    <a:pt x="9525" y="28072"/>
                    <a:pt x="9525" y="33660"/>
                  </a:cubicBezTo>
                  <a:cubicBezTo>
                    <a:pt x="9525" y="36327"/>
                    <a:pt x="7366" y="38359"/>
                    <a:pt x="4699" y="38359"/>
                  </a:cubicBezTo>
                  <a:cubicBezTo>
                    <a:pt x="2032" y="38359"/>
                    <a:pt x="0" y="36200"/>
                    <a:pt x="0" y="33533"/>
                  </a:cubicBezTo>
                  <a:cubicBezTo>
                    <a:pt x="0" y="27818"/>
                    <a:pt x="254" y="23500"/>
                    <a:pt x="635" y="20706"/>
                  </a:cubicBezTo>
                  <a:cubicBezTo>
                    <a:pt x="635" y="20452"/>
                    <a:pt x="762" y="20198"/>
                    <a:pt x="762" y="19944"/>
                  </a:cubicBezTo>
                  <a:cubicBezTo>
                    <a:pt x="1651" y="17023"/>
                    <a:pt x="2794" y="14356"/>
                    <a:pt x="3810" y="12578"/>
                  </a:cubicBezTo>
                  <a:cubicBezTo>
                    <a:pt x="3937" y="12451"/>
                    <a:pt x="3937" y="12324"/>
                    <a:pt x="4064" y="12197"/>
                  </a:cubicBezTo>
                  <a:cubicBezTo>
                    <a:pt x="6096" y="9403"/>
                    <a:pt x="7874" y="7498"/>
                    <a:pt x="10541" y="5212"/>
                  </a:cubicBezTo>
                  <a:cubicBezTo>
                    <a:pt x="10668" y="5085"/>
                    <a:pt x="10922" y="4958"/>
                    <a:pt x="11049" y="4831"/>
                  </a:cubicBezTo>
                  <a:cubicBezTo>
                    <a:pt x="13208" y="3434"/>
                    <a:pt x="15875" y="2164"/>
                    <a:pt x="18669" y="1148"/>
                  </a:cubicBezTo>
                  <a:cubicBezTo>
                    <a:pt x="18796" y="1148"/>
                    <a:pt x="19050" y="1021"/>
                    <a:pt x="19177" y="1021"/>
                  </a:cubicBezTo>
                  <a:cubicBezTo>
                    <a:pt x="21463" y="513"/>
                    <a:pt x="24257" y="132"/>
                    <a:pt x="27432" y="5"/>
                  </a:cubicBezTo>
                  <a:cubicBezTo>
                    <a:pt x="30099" y="-122"/>
                    <a:pt x="32258" y="2037"/>
                    <a:pt x="32385" y="4704"/>
                  </a:cubicBezTo>
                  <a:cubicBezTo>
                    <a:pt x="32512" y="7371"/>
                    <a:pt x="30353" y="9530"/>
                    <a:pt x="27686" y="965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4460" y="353055"/>
              <a:ext cx="39254" cy="32523"/>
            </a:xfrm>
            <a:custGeom>
              <a:avLst/>
              <a:gdLst/>
              <a:ahLst/>
              <a:cxnLst/>
              <a:rect r="r" b="b" t="t" l="l"/>
              <a:pathLst>
                <a:path h="32523" w="39254">
                  <a:moveTo>
                    <a:pt x="9657" y="4704"/>
                  </a:moveTo>
                  <a:cubicBezTo>
                    <a:pt x="9784" y="6990"/>
                    <a:pt x="10038" y="9276"/>
                    <a:pt x="10673" y="11562"/>
                  </a:cubicBezTo>
                  <a:lnTo>
                    <a:pt x="6101" y="12832"/>
                  </a:lnTo>
                  <a:lnTo>
                    <a:pt x="10546" y="11054"/>
                  </a:lnTo>
                  <a:cubicBezTo>
                    <a:pt x="11308" y="13086"/>
                    <a:pt x="12324" y="14864"/>
                    <a:pt x="13467" y="16515"/>
                  </a:cubicBezTo>
                  <a:lnTo>
                    <a:pt x="9530" y="19182"/>
                  </a:lnTo>
                  <a:lnTo>
                    <a:pt x="13086" y="16007"/>
                  </a:lnTo>
                  <a:cubicBezTo>
                    <a:pt x="14610" y="17658"/>
                    <a:pt x="16388" y="19436"/>
                    <a:pt x="17785" y="20325"/>
                  </a:cubicBezTo>
                  <a:lnTo>
                    <a:pt x="14991" y="24262"/>
                  </a:lnTo>
                  <a:lnTo>
                    <a:pt x="17277" y="20071"/>
                  </a:lnTo>
                  <a:cubicBezTo>
                    <a:pt x="19563" y="21341"/>
                    <a:pt x="21722" y="22230"/>
                    <a:pt x="23500" y="22738"/>
                  </a:cubicBezTo>
                  <a:lnTo>
                    <a:pt x="22230" y="27310"/>
                  </a:lnTo>
                  <a:lnTo>
                    <a:pt x="22865" y="22611"/>
                  </a:lnTo>
                  <a:cubicBezTo>
                    <a:pt x="24643" y="22865"/>
                    <a:pt x="28453" y="22992"/>
                    <a:pt x="34549" y="22992"/>
                  </a:cubicBezTo>
                  <a:cubicBezTo>
                    <a:pt x="37216" y="22992"/>
                    <a:pt x="39375" y="25151"/>
                    <a:pt x="39248" y="27818"/>
                  </a:cubicBezTo>
                  <a:cubicBezTo>
                    <a:pt x="39121" y="30485"/>
                    <a:pt x="37089" y="32644"/>
                    <a:pt x="34422" y="32517"/>
                  </a:cubicBezTo>
                  <a:cubicBezTo>
                    <a:pt x="28453" y="32517"/>
                    <a:pt x="24008" y="32390"/>
                    <a:pt x="21595" y="32009"/>
                  </a:cubicBezTo>
                  <a:cubicBezTo>
                    <a:pt x="21341" y="32009"/>
                    <a:pt x="21214" y="31882"/>
                    <a:pt x="20960" y="31882"/>
                  </a:cubicBezTo>
                  <a:cubicBezTo>
                    <a:pt x="18420" y="31247"/>
                    <a:pt x="15499" y="29977"/>
                    <a:pt x="12578" y="28326"/>
                  </a:cubicBezTo>
                  <a:cubicBezTo>
                    <a:pt x="12451" y="28199"/>
                    <a:pt x="12324" y="28199"/>
                    <a:pt x="12197" y="28072"/>
                  </a:cubicBezTo>
                  <a:cubicBezTo>
                    <a:pt x="10165" y="26675"/>
                    <a:pt x="7752" y="24516"/>
                    <a:pt x="5847" y="22230"/>
                  </a:cubicBezTo>
                  <a:cubicBezTo>
                    <a:pt x="5720" y="22103"/>
                    <a:pt x="5593" y="21976"/>
                    <a:pt x="5466" y="21849"/>
                  </a:cubicBezTo>
                  <a:cubicBezTo>
                    <a:pt x="3942" y="19563"/>
                    <a:pt x="2672" y="17150"/>
                    <a:pt x="1529" y="14483"/>
                  </a:cubicBezTo>
                  <a:cubicBezTo>
                    <a:pt x="1402" y="14356"/>
                    <a:pt x="1402" y="14102"/>
                    <a:pt x="1402" y="13975"/>
                  </a:cubicBezTo>
                  <a:cubicBezTo>
                    <a:pt x="640" y="10927"/>
                    <a:pt x="132" y="8006"/>
                    <a:pt x="5" y="4958"/>
                  </a:cubicBezTo>
                  <a:cubicBezTo>
                    <a:pt x="-122" y="2291"/>
                    <a:pt x="2037" y="132"/>
                    <a:pt x="4577" y="5"/>
                  </a:cubicBezTo>
                  <a:cubicBezTo>
                    <a:pt x="7117" y="-122"/>
                    <a:pt x="9403" y="2037"/>
                    <a:pt x="9530" y="457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98826" y="347086"/>
              <a:ext cx="31888" cy="38238"/>
            </a:xfrm>
            <a:custGeom>
              <a:avLst/>
              <a:gdLst/>
              <a:ahLst/>
              <a:cxnLst/>
              <a:rect r="r" b="b" t="t" l="l"/>
              <a:pathLst>
                <a:path h="38238" w="31888">
                  <a:moveTo>
                    <a:pt x="4831" y="28961"/>
                  </a:moveTo>
                  <a:cubicBezTo>
                    <a:pt x="7117" y="28834"/>
                    <a:pt x="8895" y="28707"/>
                    <a:pt x="11181" y="28072"/>
                  </a:cubicBezTo>
                  <a:lnTo>
                    <a:pt x="12324" y="32644"/>
                  </a:lnTo>
                  <a:lnTo>
                    <a:pt x="10546" y="28199"/>
                  </a:lnTo>
                  <a:cubicBezTo>
                    <a:pt x="12324" y="27437"/>
                    <a:pt x="14737" y="26167"/>
                    <a:pt x="16515" y="24897"/>
                  </a:cubicBezTo>
                  <a:lnTo>
                    <a:pt x="19309" y="28707"/>
                  </a:lnTo>
                  <a:lnTo>
                    <a:pt x="16007" y="25278"/>
                  </a:lnTo>
                  <a:cubicBezTo>
                    <a:pt x="17785" y="23627"/>
                    <a:pt x="18928" y="22230"/>
                    <a:pt x="19944" y="20833"/>
                  </a:cubicBezTo>
                  <a:lnTo>
                    <a:pt x="23881" y="23627"/>
                  </a:lnTo>
                  <a:lnTo>
                    <a:pt x="19690" y="21214"/>
                  </a:lnTo>
                  <a:cubicBezTo>
                    <a:pt x="20706" y="19436"/>
                    <a:pt x="21468" y="17531"/>
                    <a:pt x="22103" y="15118"/>
                  </a:cubicBezTo>
                  <a:lnTo>
                    <a:pt x="26675" y="16388"/>
                  </a:lnTo>
                  <a:lnTo>
                    <a:pt x="21976" y="15880"/>
                  </a:lnTo>
                  <a:cubicBezTo>
                    <a:pt x="22230" y="13975"/>
                    <a:pt x="22357" y="10292"/>
                    <a:pt x="22357" y="4704"/>
                  </a:cubicBezTo>
                  <a:cubicBezTo>
                    <a:pt x="22357" y="2037"/>
                    <a:pt x="24516" y="-122"/>
                    <a:pt x="27183" y="5"/>
                  </a:cubicBezTo>
                  <a:cubicBezTo>
                    <a:pt x="29850" y="132"/>
                    <a:pt x="32009" y="2164"/>
                    <a:pt x="31882" y="4831"/>
                  </a:cubicBezTo>
                  <a:cubicBezTo>
                    <a:pt x="31882" y="10419"/>
                    <a:pt x="31755" y="14610"/>
                    <a:pt x="31501" y="17023"/>
                  </a:cubicBezTo>
                  <a:cubicBezTo>
                    <a:pt x="31501" y="17277"/>
                    <a:pt x="31374" y="17531"/>
                    <a:pt x="31374" y="17785"/>
                  </a:cubicBezTo>
                  <a:cubicBezTo>
                    <a:pt x="30485" y="20833"/>
                    <a:pt x="29469" y="23373"/>
                    <a:pt x="28072" y="25913"/>
                  </a:cubicBezTo>
                  <a:cubicBezTo>
                    <a:pt x="27945" y="26040"/>
                    <a:pt x="27945" y="26167"/>
                    <a:pt x="27818" y="26294"/>
                  </a:cubicBezTo>
                  <a:cubicBezTo>
                    <a:pt x="26421" y="28199"/>
                    <a:pt x="24897" y="30104"/>
                    <a:pt x="22611" y="32136"/>
                  </a:cubicBezTo>
                  <a:cubicBezTo>
                    <a:pt x="22484" y="32263"/>
                    <a:pt x="22357" y="32390"/>
                    <a:pt x="22103" y="32517"/>
                  </a:cubicBezTo>
                  <a:cubicBezTo>
                    <a:pt x="19690" y="34295"/>
                    <a:pt x="16642" y="35946"/>
                    <a:pt x="13975" y="36962"/>
                  </a:cubicBezTo>
                  <a:cubicBezTo>
                    <a:pt x="13848" y="37089"/>
                    <a:pt x="13594" y="37089"/>
                    <a:pt x="13467" y="37089"/>
                  </a:cubicBezTo>
                  <a:cubicBezTo>
                    <a:pt x="10419" y="37851"/>
                    <a:pt x="7879" y="38232"/>
                    <a:pt x="4958" y="38232"/>
                  </a:cubicBezTo>
                  <a:cubicBezTo>
                    <a:pt x="2291" y="38359"/>
                    <a:pt x="132" y="36200"/>
                    <a:pt x="5" y="33660"/>
                  </a:cubicBezTo>
                  <a:cubicBezTo>
                    <a:pt x="-122" y="31120"/>
                    <a:pt x="2037" y="28834"/>
                    <a:pt x="4577" y="2870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5961" y="249428"/>
              <a:ext cx="71755" cy="9652"/>
            </a:xfrm>
            <a:custGeom>
              <a:avLst/>
              <a:gdLst/>
              <a:ahLst/>
              <a:cxnLst/>
              <a:rect r="r" b="b" t="t" l="l"/>
              <a:pathLst>
                <a:path h="9652" w="71755">
                  <a:moveTo>
                    <a:pt x="4826" y="0"/>
                  </a:moveTo>
                  <a:lnTo>
                    <a:pt x="66929" y="0"/>
                  </a:lnTo>
                  <a:cubicBezTo>
                    <a:pt x="69596" y="0"/>
                    <a:pt x="71755" y="2159"/>
                    <a:pt x="71755" y="4826"/>
                  </a:cubicBezTo>
                  <a:cubicBezTo>
                    <a:pt x="71755" y="7493"/>
                    <a:pt x="69596" y="9652"/>
                    <a:pt x="66929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10066" y="228405"/>
              <a:ext cx="74430" cy="87638"/>
            </a:xfrm>
            <a:custGeom>
              <a:avLst/>
              <a:gdLst/>
              <a:ahLst/>
              <a:cxnLst/>
              <a:rect r="r" b="b" t="t" l="l"/>
              <a:pathLst>
                <a:path h="87638" w="74430">
                  <a:moveTo>
                    <a:pt x="73347" y="7815"/>
                  </a:moveTo>
                  <a:lnTo>
                    <a:pt x="8450" y="85920"/>
                  </a:lnTo>
                  <a:cubicBezTo>
                    <a:pt x="6799" y="87952"/>
                    <a:pt x="3751" y="88206"/>
                    <a:pt x="1719" y="86555"/>
                  </a:cubicBezTo>
                  <a:cubicBezTo>
                    <a:pt x="-313" y="84904"/>
                    <a:pt x="-567" y="81856"/>
                    <a:pt x="1084" y="79824"/>
                  </a:cubicBezTo>
                  <a:lnTo>
                    <a:pt x="65981" y="1719"/>
                  </a:lnTo>
                  <a:cubicBezTo>
                    <a:pt x="67632" y="-313"/>
                    <a:pt x="70680" y="-567"/>
                    <a:pt x="72712" y="1084"/>
                  </a:cubicBezTo>
                  <a:cubicBezTo>
                    <a:pt x="74744" y="2735"/>
                    <a:pt x="74998" y="5783"/>
                    <a:pt x="73347" y="7815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82507" y="273617"/>
              <a:ext cx="36965" cy="42299"/>
            </a:xfrm>
            <a:custGeom>
              <a:avLst/>
              <a:gdLst/>
              <a:ahLst/>
              <a:cxnLst/>
              <a:rect r="r" b="b" t="t" l="l"/>
              <a:pathLst>
                <a:path h="42299" w="36965">
                  <a:moveTo>
                    <a:pt x="8450" y="1719"/>
                  </a:moveTo>
                  <a:lnTo>
                    <a:pt x="35882" y="34485"/>
                  </a:lnTo>
                  <a:cubicBezTo>
                    <a:pt x="37533" y="36517"/>
                    <a:pt x="37279" y="39565"/>
                    <a:pt x="35247" y="41216"/>
                  </a:cubicBezTo>
                  <a:cubicBezTo>
                    <a:pt x="33215" y="42867"/>
                    <a:pt x="30167" y="42613"/>
                    <a:pt x="28516" y="40581"/>
                  </a:cubicBezTo>
                  <a:lnTo>
                    <a:pt x="1084" y="7815"/>
                  </a:lnTo>
                  <a:cubicBezTo>
                    <a:pt x="-567" y="5783"/>
                    <a:pt x="-313" y="2735"/>
                    <a:pt x="1719" y="1084"/>
                  </a:cubicBezTo>
                  <a:cubicBezTo>
                    <a:pt x="3751" y="-567"/>
                    <a:pt x="6799" y="-313"/>
                    <a:pt x="8450" y="171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21437" y="186817"/>
              <a:ext cx="9652" cy="79883"/>
            </a:xfrm>
            <a:custGeom>
              <a:avLst/>
              <a:gdLst/>
              <a:ahLst/>
              <a:cxnLst/>
              <a:rect r="r" b="b" t="t" l="l"/>
              <a:pathLst>
                <a:path h="79883" w="9652">
                  <a:moveTo>
                    <a:pt x="0" y="75057"/>
                  </a:move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cubicBezTo>
                    <a:pt x="7493" y="0"/>
                    <a:pt x="9652" y="2159"/>
                    <a:pt x="9652" y="4826"/>
                  </a:cubicBezTo>
                  <a:lnTo>
                    <a:pt x="9652" y="75057"/>
                  </a:lnTo>
                  <a:cubicBezTo>
                    <a:pt x="9652" y="77724"/>
                    <a:pt x="7493" y="79883"/>
                    <a:pt x="4826" y="79883"/>
                  </a:cubicBezTo>
                  <a:cubicBezTo>
                    <a:pt x="2159" y="79883"/>
                    <a:pt x="0" y="77724"/>
                    <a:pt x="0" y="75057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96215" y="208153"/>
              <a:ext cx="101473" cy="9652"/>
            </a:xfrm>
            <a:custGeom>
              <a:avLst/>
              <a:gdLst/>
              <a:ahLst/>
              <a:cxnLst/>
              <a:rect r="r" b="b" t="t" l="l"/>
              <a:pathLst>
                <a:path h="9652" w="101473">
                  <a:moveTo>
                    <a:pt x="4826" y="0"/>
                  </a:moveTo>
                  <a:lnTo>
                    <a:pt x="96647" y="0"/>
                  </a:lnTo>
                  <a:cubicBezTo>
                    <a:pt x="99314" y="0"/>
                    <a:pt x="101473" y="2159"/>
                    <a:pt x="101473" y="4826"/>
                  </a:cubicBezTo>
                  <a:cubicBezTo>
                    <a:pt x="101473" y="7493"/>
                    <a:pt x="99314" y="9652"/>
                    <a:pt x="96647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96215" y="331343"/>
              <a:ext cx="71882" cy="9652"/>
            </a:xfrm>
            <a:custGeom>
              <a:avLst/>
              <a:gdLst/>
              <a:ahLst/>
              <a:cxnLst/>
              <a:rect r="r" b="b" t="t" l="l"/>
              <a:pathLst>
                <a:path h="9652" w="71882">
                  <a:moveTo>
                    <a:pt x="4826" y="0"/>
                  </a:moveTo>
                  <a:lnTo>
                    <a:pt x="67056" y="0"/>
                  </a:lnTo>
                  <a:cubicBezTo>
                    <a:pt x="69723" y="0"/>
                    <a:pt x="71882" y="2159"/>
                    <a:pt x="71882" y="4826"/>
                  </a:cubicBezTo>
                  <a:cubicBezTo>
                    <a:pt x="71882" y="7493"/>
                    <a:pt x="69723" y="9652"/>
                    <a:pt x="67056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96088" y="290449"/>
              <a:ext cx="71374" cy="9652"/>
            </a:xfrm>
            <a:custGeom>
              <a:avLst/>
              <a:gdLst/>
              <a:ahLst/>
              <a:cxnLst/>
              <a:rect r="r" b="b" t="t" l="l"/>
              <a:pathLst>
                <a:path h="9652" w="71374">
                  <a:moveTo>
                    <a:pt x="4826" y="0"/>
                  </a:moveTo>
                  <a:lnTo>
                    <a:pt x="66548" y="0"/>
                  </a:lnTo>
                  <a:cubicBezTo>
                    <a:pt x="69215" y="0"/>
                    <a:pt x="71374" y="2159"/>
                    <a:pt x="71374" y="4826"/>
                  </a:cubicBezTo>
                  <a:cubicBezTo>
                    <a:pt x="71374" y="7493"/>
                    <a:pt x="69215" y="9652"/>
                    <a:pt x="66548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7452" y="163449"/>
              <a:ext cx="114554" cy="9652"/>
            </a:xfrm>
            <a:custGeom>
              <a:avLst/>
              <a:gdLst/>
              <a:ahLst/>
              <a:cxnLst/>
              <a:rect r="r" b="b" t="t" l="l"/>
              <a:pathLst>
                <a:path h="9652" w="114554">
                  <a:moveTo>
                    <a:pt x="109728" y="9652"/>
                  </a:move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lnTo>
                    <a:pt x="109728" y="0"/>
                  </a:lnTo>
                  <a:cubicBezTo>
                    <a:pt x="112395" y="0"/>
                    <a:pt x="114554" y="2159"/>
                    <a:pt x="114554" y="4826"/>
                  </a:cubicBezTo>
                  <a:cubicBezTo>
                    <a:pt x="114554" y="7493"/>
                    <a:pt x="112395" y="9652"/>
                    <a:pt x="109728" y="9652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64465" y="192151"/>
              <a:ext cx="9652" cy="170561"/>
            </a:xfrm>
            <a:custGeom>
              <a:avLst/>
              <a:gdLst/>
              <a:ahLst/>
              <a:cxnLst/>
              <a:rect r="r" b="b" t="t" l="l"/>
              <a:pathLst>
                <a:path h="170561" w="9652">
                  <a:moveTo>
                    <a:pt x="9652" y="4826"/>
                  </a:moveTo>
                  <a:lnTo>
                    <a:pt x="9652" y="165735"/>
                  </a:lnTo>
                  <a:cubicBezTo>
                    <a:pt x="9652" y="168402"/>
                    <a:pt x="7493" y="170561"/>
                    <a:pt x="4826" y="170561"/>
                  </a:cubicBezTo>
                  <a:cubicBezTo>
                    <a:pt x="2159" y="170561"/>
                    <a:pt x="0" y="168402"/>
                    <a:pt x="0" y="165735"/>
                  </a:cubicBez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cubicBezTo>
                    <a:pt x="7493" y="0"/>
                    <a:pt x="9652" y="2159"/>
                    <a:pt x="9652" y="482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94183" y="376047"/>
              <a:ext cx="114554" cy="9652"/>
            </a:xfrm>
            <a:custGeom>
              <a:avLst/>
              <a:gdLst/>
              <a:ahLst/>
              <a:cxnLst/>
              <a:rect r="r" b="b" t="t" l="l"/>
              <a:pathLst>
                <a:path h="9652" w="114554">
                  <a:moveTo>
                    <a:pt x="4826" y="0"/>
                  </a:moveTo>
                  <a:lnTo>
                    <a:pt x="109728" y="0"/>
                  </a:lnTo>
                  <a:cubicBezTo>
                    <a:pt x="112395" y="0"/>
                    <a:pt x="114554" y="2159"/>
                    <a:pt x="114554" y="4826"/>
                  </a:cubicBezTo>
                  <a:cubicBezTo>
                    <a:pt x="114554" y="7493"/>
                    <a:pt x="112395" y="9652"/>
                    <a:pt x="109728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21437" y="321564"/>
              <a:ext cx="9652" cy="35179"/>
            </a:xfrm>
            <a:custGeom>
              <a:avLst/>
              <a:gdLst/>
              <a:ahLst/>
              <a:cxnLst/>
              <a:rect r="r" b="b" t="t" l="l"/>
              <a:pathLst>
                <a:path h="35179" w="9652">
                  <a:moveTo>
                    <a:pt x="0" y="30353"/>
                  </a:move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cubicBezTo>
                    <a:pt x="7493" y="0"/>
                    <a:pt x="9652" y="2159"/>
                    <a:pt x="9652" y="4826"/>
                  </a:cubicBezTo>
                  <a:lnTo>
                    <a:pt x="9652" y="30353"/>
                  </a:lnTo>
                  <a:cubicBezTo>
                    <a:pt x="9652" y="33020"/>
                    <a:pt x="7493" y="35179"/>
                    <a:pt x="4826" y="35179"/>
                  </a:cubicBezTo>
                  <a:cubicBezTo>
                    <a:pt x="2159" y="35179"/>
                    <a:pt x="0" y="33020"/>
                    <a:pt x="0" y="30353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51422" y="2765422"/>
            <a:ext cx="555622" cy="984247"/>
            <a:chOff x="0" y="0"/>
            <a:chExt cx="555625" cy="984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06375" y="158750"/>
              <a:ext cx="142748" cy="761873"/>
            </a:xfrm>
            <a:custGeom>
              <a:avLst/>
              <a:gdLst/>
              <a:ahLst/>
              <a:cxnLst/>
              <a:rect r="r" b="b" t="t" l="l"/>
              <a:pathLst>
                <a:path h="761873" w="142748">
                  <a:moveTo>
                    <a:pt x="0" y="744220"/>
                  </a:moveTo>
                  <a:lnTo>
                    <a:pt x="0" y="17653"/>
                  </a:lnTo>
                  <a:cubicBezTo>
                    <a:pt x="0" y="15367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125095" y="0"/>
                  </a:lnTo>
                  <a:cubicBezTo>
                    <a:pt x="127508" y="0"/>
                    <a:pt x="129667" y="381"/>
                    <a:pt x="131826" y="1397"/>
                  </a:cubicBezTo>
                  <a:cubicBezTo>
                    <a:pt x="133985" y="2413"/>
                    <a:pt x="135890" y="3556"/>
                    <a:pt x="137541" y="5207"/>
                  </a:cubicBezTo>
                  <a:cubicBezTo>
                    <a:pt x="139192" y="6858"/>
                    <a:pt x="140462" y="8763"/>
                    <a:pt x="141351" y="10922"/>
                  </a:cubicBezTo>
                  <a:cubicBezTo>
                    <a:pt x="142240" y="13081"/>
                    <a:pt x="142748" y="15367"/>
                    <a:pt x="142748" y="17653"/>
                  </a:cubicBezTo>
                  <a:lnTo>
                    <a:pt x="142748" y="744220"/>
                  </a:lnTo>
                  <a:cubicBezTo>
                    <a:pt x="142748" y="746506"/>
                    <a:pt x="142240" y="748792"/>
                    <a:pt x="141351" y="750951"/>
                  </a:cubicBezTo>
                  <a:cubicBezTo>
                    <a:pt x="140462" y="753110"/>
                    <a:pt x="139192" y="755015"/>
                    <a:pt x="137541" y="756666"/>
                  </a:cubicBezTo>
                  <a:cubicBezTo>
                    <a:pt x="135890" y="758317"/>
                    <a:pt x="133985" y="759587"/>
                    <a:pt x="131826" y="760476"/>
                  </a:cubicBezTo>
                  <a:cubicBezTo>
                    <a:pt x="129667" y="761365"/>
                    <a:pt x="127381" y="761873"/>
                    <a:pt x="125095" y="761873"/>
                  </a:cubicBezTo>
                  <a:lnTo>
                    <a:pt x="17780" y="761873"/>
                  </a:lnTo>
                  <a:cubicBezTo>
                    <a:pt x="15494" y="761873"/>
                    <a:pt x="13208" y="761365"/>
                    <a:pt x="11049" y="760476"/>
                  </a:cubicBezTo>
                  <a:cubicBezTo>
                    <a:pt x="8890" y="759587"/>
                    <a:pt x="6985" y="758317"/>
                    <a:pt x="5334" y="756666"/>
                  </a:cubicBezTo>
                  <a:cubicBezTo>
                    <a:pt x="3683" y="755015"/>
                    <a:pt x="2413" y="753110"/>
                    <a:pt x="1524" y="750951"/>
                  </a:cubicBezTo>
                  <a:cubicBezTo>
                    <a:pt x="635" y="748792"/>
                    <a:pt x="127" y="746506"/>
                    <a:pt x="127" y="744220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428498" cy="428244"/>
            </a:xfrm>
            <a:custGeom>
              <a:avLst/>
              <a:gdLst/>
              <a:ahLst/>
              <a:cxnLst/>
              <a:rect r="r" b="b" t="t" l="l"/>
              <a:pathLst>
                <a:path h="428244" w="428498">
                  <a:moveTo>
                    <a:pt x="0" y="216027"/>
                  </a:moveTo>
                  <a:lnTo>
                    <a:pt x="0" y="212598"/>
                  </a:lnTo>
                  <a:cubicBezTo>
                    <a:pt x="0" y="205613"/>
                    <a:pt x="381" y="198628"/>
                    <a:pt x="1016" y="191770"/>
                  </a:cubicBezTo>
                  <a:cubicBezTo>
                    <a:pt x="1651" y="184912"/>
                    <a:pt x="2667" y="177927"/>
                    <a:pt x="4064" y="171196"/>
                  </a:cubicBezTo>
                  <a:cubicBezTo>
                    <a:pt x="5461" y="164465"/>
                    <a:pt x="7112" y="157607"/>
                    <a:pt x="9144" y="151003"/>
                  </a:cubicBezTo>
                  <a:cubicBezTo>
                    <a:pt x="11176" y="144399"/>
                    <a:pt x="13462" y="137795"/>
                    <a:pt x="16129" y="131318"/>
                  </a:cubicBezTo>
                  <a:cubicBezTo>
                    <a:pt x="18796" y="124841"/>
                    <a:pt x="21717" y="118618"/>
                    <a:pt x="25019" y="112522"/>
                  </a:cubicBezTo>
                  <a:cubicBezTo>
                    <a:pt x="28321" y="106426"/>
                    <a:pt x="31877" y="100457"/>
                    <a:pt x="35687" y="94615"/>
                  </a:cubicBezTo>
                  <a:cubicBezTo>
                    <a:pt x="39497" y="88773"/>
                    <a:pt x="43688" y="83185"/>
                    <a:pt x="48133" y="77851"/>
                  </a:cubicBezTo>
                  <a:cubicBezTo>
                    <a:pt x="52578" y="72517"/>
                    <a:pt x="57150" y="67310"/>
                    <a:pt x="62103" y="62357"/>
                  </a:cubicBezTo>
                  <a:cubicBezTo>
                    <a:pt x="67056" y="57404"/>
                    <a:pt x="72136" y="52705"/>
                    <a:pt x="77597" y="48387"/>
                  </a:cubicBezTo>
                  <a:cubicBezTo>
                    <a:pt x="83058" y="44069"/>
                    <a:pt x="88519" y="39878"/>
                    <a:pt x="94361" y="35941"/>
                  </a:cubicBezTo>
                  <a:cubicBezTo>
                    <a:pt x="100203" y="32004"/>
                    <a:pt x="106045" y="28448"/>
                    <a:pt x="112268" y="25273"/>
                  </a:cubicBezTo>
                  <a:cubicBezTo>
                    <a:pt x="118491" y="22098"/>
                    <a:pt x="124714" y="19050"/>
                    <a:pt x="131064" y="16383"/>
                  </a:cubicBezTo>
                  <a:cubicBezTo>
                    <a:pt x="137414" y="13716"/>
                    <a:pt x="144018" y="11430"/>
                    <a:pt x="150749" y="9398"/>
                  </a:cubicBezTo>
                  <a:cubicBezTo>
                    <a:pt x="157480" y="7366"/>
                    <a:pt x="164211" y="5715"/>
                    <a:pt x="170942" y="4318"/>
                  </a:cubicBezTo>
                  <a:cubicBezTo>
                    <a:pt x="177673" y="2921"/>
                    <a:pt x="184658" y="1905"/>
                    <a:pt x="191643" y="1270"/>
                  </a:cubicBezTo>
                  <a:cubicBezTo>
                    <a:pt x="198628" y="635"/>
                    <a:pt x="205613" y="0"/>
                    <a:pt x="212598" y="0"/>
                  </a:cubicBezTo>
                  <a:lnTo>
                    <a:pt x="216027" y="0"/>
                  </a:lnTo>
                  <a:cubicBezTo>
                    <a:pt x="223012" y="0"/>
                    <a:pt x="229870" y="381"/>
                    <a:pt x="236855" y="1016"/>
                  </a:cubicBezTo>
                  <a:cubicBezTo>
                    <a:pt x="243840" y="1651"/>
                    <a:pt x="250698" y="2667"/>
                    <a:pt x="257556" y="4064"/>
                  </a:cubicBezTo>
                  <a:cubicBezTo>
                    <a:pt x="264414" y="5461"/>
                    <a:pt x="271145" y="7112"/>
                    <a:pt x="277749" y="9144"/>
                  </a:cubicBezTo>
                  <a:cubicBezTo>
                    <a:pt x="284353" y="11176"/>
                    <a:pt x="290957" y="13462"/>
                    <a:pt x="297434" y="16129"/>
                  </a:cubicBezTo>
                  <a:cubicBezTo>
                    <a:pt x="303911" y="18796"/>
                    <a:pt x="310134" y="21717"/>
                    <a:pt x="316230" y="25019"/>
                  </a:cubicBezTo>
                  <a:cubicBezTo>
                    <a:pt x="322326" y="28321"/>
                    <a:pt x="328295" y="31877"/>
                    <a:pt x="334137" y="35687"/>
                  </a:cubicBezTo>
                  <a:cubicBezTo>
                    <a:pt x="339979" y="39497"/>
                    <a:pt x="345567" y="43688"/>
                    <a:pt x="350901" y="48133"/>
                  </a:cubicBezTo>
                  <a:cubicBezTo>
                    <a:pt x="356235" y="52578"/>
                    <a:pt x="361442" y="57150"/>
                    <a:pt x="366395" y="62103"/>
                  </a:cubicBezTo>
                  <a:cubicBezTo>
                    <a:pt x="371348" y="67056"/>
                    <a:pt x="376047" y="72136"/>
                    <a:pt x="380365" y="77597"/>
                  </a:cubicBezTo>
                  <a:cubicBezTo>
                    <a:pt x="384683" y="83058"/>
                    <a:pt x="388874" y="88519"/>
                    <a:pt x="392811" y="94361"/>
                  </a:cubicBezTo>
                  <a:cubicBezTo>
                    <a:pt x="396748" y="100203"/>
                    <a:pt x="400304" y="106172"/>
                    <a:pt x="403479" y="112268"/>
                  </a:cubicBezTo>
                  <a:cubicBezTo>
                    <a:pt x="406654" y="118364"/>
                    <a:pt x="409702" y="124714"/>
                    <a:pt x="412369" y="131064"/>
                  </a:cubicBezTo>
                  <a:cubicBezTo>
                    <a:pt x="415036" y="137414"/>
                    <a:pt x="417322" y="144018"/>
                    <a:pt x="419354" y="150749"/>
                  </a:cubicBezTo>
                  <a:cubicBezTo>
                    <a:pt x="421386" y="157480"/>
                    <a:pt x="423037" y="164211"/>
                    <a:pt x="424434" y="170942"/>
                  </a:cubicBezTo>
                  <a:cubicBezTo>
                    <a:pt x="425831" y="177673"/>
                    <a:pt x="426847" y="184658"/>
                    <a:pt x="427482" y="191516"/>
                  </a:cubicBezTo>
                  <a:cubicBezTo>
                    <a:pt x="428117" y="198374"/>
                    <a:pt x="428498" y="205359"/>
                    <a:pt x="428498" y="212344"/>
                  </a:cubicBezTo>
                  <a:lnTo>
                    <a:pt x="428498" y="215773"/>
                  </a:lnTo>
                  <a:cubicBezTo>
                    <a:pt x="428498" y="222758"/>
                    <a:pt x="428117" y="229743"/>
                    <a:pt x="427482" y="236601"/>
                  </a:cubicBezTo>
                  <a:cubicBezTo>
                    <a:pt x="426847" y="243459"/>
                    <a:pt x="425704" y="250444"/>
                    <a:pt x="424434" y="257175"/>
                  </a:cubicBezTo>
                  <a:cubicBezTo>
                    <a:pt x="423164" y="263906"/>
                    <a:pt x="421386" y="270764"/>
                    <a:pt x="419354" y="277368"/>
                  </a:cubicBezTo>
                  <a:cubicBezTo>
                    <a:pt x="417322" y="283972"/>
                    <a:pt x="415036" y="290576"/>
                    <a:pt x="412369" y="297053"/>
                  </a:cubicBezTo>
                  <a:cubicBezTo>
                    <a:pt x="409702" y="303530"/>
                    <a:pt x="406781" y="309753"/>
                    <a:pt x="403479" y="315976"/>
                  </a:cubicBezTo>
                  <a:cubicBezTo>
                    <a:pt x="400177" y="322199"/>
                    <a:pt x="396621" y="328041"/>
                    <a:pt x="392811" y="333883"/>
                  </a:cubicBezTo>
                  <a:cubicBezTo>
                    <a:pt x="389001" y="339725"/>
                    <a:pt x="384810" y="345313"/>
                    <a:pt x="380365" y="350647"/>
                  </a:cubicBezTo>
                  <a:cubicBezTo>
                    <a:pt x="375920" y="355981"/>
                    <a:pt x="371221" y="361188"/>
                    <a:pt x="366395" y="366141"/>
                  </a:cubicBezTo>
                  <a:cubicBezTo>
                    <a:pt x="361569" y="371094"/>
                    <a:pt x="356362" y="375793"/>
                    <a:pt x="350901" y="380111"/>
                  </a:cubicBezTo>
                  <a:cubicBezTo>
                    <a:pt x="345440" y="384429"/>
                    <a:pt x="339979" y="388620"/>
                    <a:pt x="334137" y="392557"/>
                  </a:cubicBezTo>
                  <a:cubicBezTo>
                    <a:pt x="328295" y="396494"/>
                    <a:pt x="322326" y="400050"/>
                    <a:pt x="316230" y="403225"/>
                  </a:cubicBezTo>
                  <a:cubicBezTo>
                    <a:pt x="310134" y="406400"/>
                    <a:pt x="303784" y="409448"/>
                    <a:pt x="297434" y="412115"/>
                  </a:cubicBezTo>
                  <a:cubicBezTo>
                    <a:pt x="291084" y="414782"/>
                    <a:pt x="284480" y="417195"/>
                    <a:pt x="277749" y="419100"/>
                  </a:cubicBezTo>
                  <a:cubicBezTo>
                    <a:pt x="271018" y="421005"/>
                    <a:pt x="264287" y="422783"/>
                    <a:pt x="257556" y="424180"/>
                  </a:cubicBezTo>
                  <a:cubicBezTo>
                    <a:pt x="250825" y="425577"/>
                    <a:pt x="243840" y="426593"/>
                    <a:pt x="236855" y="427228"/>
                  </a:cubicBezTo>
                  <a:cubicBezTo>
                    <a:pt x="229870" y="427863"/>
                    <a:pt x="223012" y="428244"/>
                    <a:pt x="216027" y="428244"/>
                  </a:cubicBezTo>
                  <a:lnTo>
                    <a:pt x="212598" y="428244"/>
                  </a:lnTo>
                  <a:cubicBezTo>
                    <a:pt x="205613" y="428244"/>
                    <a:pt x="198755" y="427863"/>
                    <a:pt x="191770" y="427228"/>
                  </a:cubicBezTo>
                  <a:cubicBezTo>
                    <a:pt x="184785" y="426593"/>
                    <a:pt x="177927" y="425577"/>
                    <a:pt x="171069" y="424180"/>
                  </a:cubicBezTo>
                  <a:cubicBezTo>
                    <a:pt x="164211" y="422783"/>
                    <a:pt x="157480" y="421132"/>
                    <a:pt x="150876" y="419100"/>
                  </a:cubicBezTo>
                  <a:cubicBezTo>
                    <a:pt x="144272" y="417068"/>
                    <a:pt x="137668" y="414782"/>
                    <a:pt x="131191" y="412115"/>
                  </a:cubicBezTo>
                  <a:cubicBezTo>
                    <a:pt x="124714" y="409448"/>
                    <a:pt x="118491" y="406527"/>
                    <a:pt x="112395" y="403225"/>
                  </a:cubicBezTo>
                  <a:cubicBezTo>
                    <a:pt x="106299" y="399923"/>
                    <a:pt x="100330" y="396367"/>
                    <a:pt x="94488" y="392557"/>
                  </a:cubicBezTo>
                  <a:cubicBezTo>
                    <a:pt x="88646" y="388747"/>
                    <a:pt x="83058" y="384556"/>
                    <a:pt x="77724" y="380111"/>
                  </a:cubicBezTo>
                  <a:cubicBezTo>
                    <a:pt x="72390" y="375666"/>
                    <a:pt x="67183" y="370967"/>
                    <a:pt x="62230" y="366141"/>
                  </a:cubicBezTo>
                  <a:cubicBezTo>
                    <a:pt x="57277" y="361315"/>
                    <a:pt x="52578" y="356108"/>
                    <a:pt x="48260" y="350647"/>
                  </a:cubicBezTo>
                  <a:cubicBezTo>
                    <a:pt x="43942" y="345186"/>
                    <a:pt x="39751" y="339725"/>
                    <a:pt x="35814" y="333883"/>
                  </a:cubicBezTo>
                  <a:cubicBezTo>
                    <a:pt x="31877" y="328041"/>
                    <a:pt x="28321" y="322072"/>
                    <a:pt x="25146" y="315976"/>
                  </a:cubicBezTo>
                  <a:cubicBezTo>
                    <a:pt x="21971" y="309880"/>
                    <a:pt x="18923" y="303530"/>
                    <a:pt x="16256" y="297053"/>
                  </a:cubicBezTo>
                  <a:cubicBezTo>
                    <a:pt x="13589" y="290576"/>
                    <a:pt x="11303" y="284099"/>
                    <a:pt x="9271" y="277368"/>
                  </a:cubicBezTo>
                  <a:cubicBezTo>
                    <a:pt x="7239" y="270637"/>
                    <a:pt x="5588" y="263906"/>
                    <a:pt x="4191" y="257175"/>
                  </a:cubicBezTo>
                  <a:cubicBezTo>
                    <a:pt x="2794" y="250444"/>
                    <a:pt x="1778" y="243459"/>
                    <a:pt x="1143" y="236601"/>
                  </a:cubicBezTo>
                  <a:cubicBezTo>
                    <a:pt x="508" y="229743"/>
                    <a:pt x="0" y="223012"/>
                    <a:pt x="0" y="216027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72974" y="173609"/>
              <a:ext cx="9652" cy="201803"/>
            </a:xfrm>
            <a:custGeom>
              <a:avLst/>
              <a:gdLst/>
              <a:ahLst/>
              <a:cxnLst/>
              <a:rect r="r" b="b" t="t" l="l"/>
              <a:pathLst>
                <a:path h="201803" w="9652">
                  <a:moveTo>
                    <a:pt x="9652" y="4826"/>
                  </a:moveTo>
                  <a:lnTo>
                    <a:pt x="9652" y="196977"/>
                  </a:lnTo>
                  <a:cubicBezTo>
                    <a:pt x="9652" y="199644"/>
                    <a:pt x="7493" y="201803"/>
                    <a:pt x="4826" y="201803"/>
                  </a:cubicBezTo>
                  <a:cubicBezTo>
                    <a:pt x="2159" y="201803"/>
                    <a:pt x="0" y="199644"/>
                    <a:pt x="0" y="196977"/>
                  </a:cubicBez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cubicBezTo>
                    <a:pt x="7493" y="0"/>
                    <a:pt x="9652" y="2159"/>
                    <a:pt x="9652" y="482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72974" y="365760"/>
              <a:ext cx="221869" cy="9652"/>
            </a:xfrm>
            <a:custGeom>
              <a:avLst/>
              <a:gdLst/>
              <a:ahLst/>
              <a:cxnLst/>
              <a:rect r="r" b="b" t="t" l="l"/>
              <a:pathLst>
                <a:path h="9652" w="221869">
                  <a:moveTo>
                    <a:pt x="4826" y="0"/>
                  </a:moveTo>
                  <a:lnTo>
                    <a:pt x="217043" y="0"/>
                  </a:lnTo>
                  <a:cubicBezTo>
                    <a:pt x="219710" y="0"/>
                    <a:pt x="221869" y="2159"/>
                    <a:pt x="221869" y="4826"/>
                  </a:cubicBezTo>
                  <a:cubicBezTo>
                    <a:pt x="221869" y="7493"/>
                    <a:pt x="219710" y="9652"/>
                    <a:pt x="217043" y="9652"/>
                  </a:cubicBezTo>
                  <a:lnTo>
                    <a:pt x="4826" y="9652"/>
                  </a:lnTo>
                  <a:cubicBezTo>
                    <a:pt x="2159" y="9652"/>
                    <a:pt x="0" y="7493"/>
                    <a:pt x="0" y="4826"/>
                  </a:cubicBezTo>
                  <a:cubicBezTo>
                    <a:pt x="0" y="2159"/>
                    <a:pt x="2159" y="0"/>
                    <a:pt x="4826" y="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47010" y="176068"/>
              <a:ext cx="47024" cy="20735"/>
            </a:xfrm>
            <a:custGeom>
              <a:avLst/>
              <a:gdLst/>
              <a:ahLst/>
              <a:cxnLst/>
              <a:rect r="r" b="b" t="t" l="l"/>
              <a:pathLst>
                <a:path h="20735" w="47024">
                  <a:moveTo>
                    <a:pt x="3383" y="11384"/>
                  </a:moveTo>
                  <a:lnTo>
                    <a:pt x="40848" y="208"/>
                  </a:lnTo>
                  <a:cubicBezTo>
                    <a:pt x="43388" y="-554"/>
                    <a:pt x="46055" y="843"/>
                    <a:pt x="46817" y="3383"/>
                  </a:cubicBezTo>
                  <a:cubicBezTo>
                    <a:pt x="47579" y="5923"/>
                    <a:pt x="46182" y="8590"/>
                    <a:pt x="43642" y="9352"/>
                  </a:cubicBezTo>
                  <a:lnTo>
                    <a:pt x="6177" y="20528"/>
                  </a:lnTo>
                  <a:cubicBezTo>
                    <a:pt x="3637" y="21290"/>
                    <a:pt x="970" y="19893"/>
                    <a:pt x="208" y="17353"/>
                  </a:cubicBezTo>
                  <a:cubicBezTo>
                    <a:pt x="-554" y="14813"/>
                    <a:pt x="843" y="12146"/>
                    <a:pt x="3383" y="1138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04512" y="175988"/>
              <a:ext cx="89475" cy="117288"/>
            </a:xfrm>
            <a:custGeom>
              <a:avLst/>
              <a:gdLst/>
              <a:ahLst/>
              <a:cxnLst/>
              <a:rect r="r" b="b" t="t" l="l"/>
              <a:pathLst>
                <a:path h="117288" w="89475">
                  <a:moveTo>
                    <a:pt x="88553" y="7654"/>
                  </a:moveTo>
                  <a:lnTo>
                    <a:pt x="8670" y="115350"/>
                  </a:lnTo>
                  <a:cubicBezTo>
                    <a:pt x="7146" y="117509"/>
                    <a:pt x="4098" y="117890"/>
                    <a:pt x="1939" y="116366"/>
                  </a:cubicBezTo>
                  <a:cubicBezTo>
                    <a:pt x="-220" y="114842"/>
                    <a:pt x="-601" y="111794"/>
                    <a:pt x="923" y="109635"/>
                  </a:cubicBezTo>
                  <a:lnTo>
                    <a:pt x="80806" y="1939"/>
                  </a:lnTo>
                  <a:cubicBezTo>
                    <a:pt x="82330" y="-220"/>
                    <a:pt x="85378" y="-601"/>
                    <a:pt x="87537" y="923"/>
                  </a:cubicBezTo>
                  <a:cubicBezTo>
                    <a:pt x="89696" y="2447"/>
                    <a:pt x="90077" y="5495"/>
                    <a:pt x="88553" y="765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67668" y="244935"/>
              <a:ext cx="46451" cy="48356"/>
            </a:xfrm>
            <a:custGeom>
              <a:avLst/>
              <a:gdLst/>
              <a:ahLst/>
              <a:cxnLst/>
              <a:rect r="r" b="b" t="t" l="l"/>
              <a:pathLst>
                <a:path h="48356" w="46451">
                  <a:moveTo>
                    <a:pt x="38275" y="46911"/>
                  </a:moveTo>
                  <a:lnTo>
                    <a:pt x="1318" y="8049"/>
                  </a:lnTo>
                  <a:cubicBezTo>
                    <a:pt x="-460" y="6144"/>
                    <a:pt x="-460" y="3096"/>
                    <a:pt x="1445" y="1318"/>
                  </a:cubicBezTo>
                  <a:cubicBezTo>
                    <a:pt x="3350" y="-460"/>
                    <a:pt x="6398" y="-460"/>
                    <a:pt x="8176" y="1445"/>
                  </a:cubicBezTo>
                  <a:lnTo>
                    <a:pt x="45133" y="40307"/>
                  </a:lnTo>
                  <a:cubicBezTo>
                    <a:pt x="46911" y="42212"/>
                    <a:pt x="46911" y="45260"/>
                    <a:pt x="45006" y="47038"/>
                  </a:cubicBezTo>
                  <a:cubicBezTo>
                    <a:pt x="43101" y="48816"/>
                    <a:pt x="40053" y="48816"/>
                    <a:pt x="38275" y="4691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96579" y="244966"/>
              <a:ext cx="80552" cy="97062"/>
            </a:xfrm>
            <a:custGeom>
              <a:avLst/>
              <a:gdLst/>
              <a:ahLst/>
              <a:cxnLst/>
              <a:rect r="r" b="b" t="t" l="l"/>
              <a:pathLst>
                <a:path h="97062" w="80552">
                  <a:moveTo>
                    <a:pt x="1033" y="89298"/>
                  </a:moveTo>
                  <a:lnTo>
                    <a:pt x="72026" y="1795"/>
                  </a:lnTo>
                  <a:cubicBezTo>
                    <a:pt x="73677" y="-237"/>
                    <a:pt x="76725" y="-618"/>
                    <a:pt x="78757" y="1033"/>
                  </a:cubicBezTo>
                  <a:cubicBezTo>
                    <a:pt x="80789" y="2684"/>
                    <a:pt x="81170" y="5732"/>
                    <a:pt x="79519" y="7764"/>
                  </a:cubicBezTo>
                  <a:lnTo>
                    <a:pt x="8526" y="95267"/>
                  </a:lnTo>
                  <a:cubicBezTo>
                    <a:pt x="6875" y="97299"/>
                    <a:pt x="3827" y="97680"/>
                    <a:pt x="1795" y="96029"/>
                  </a:cubicBezTo>
                  <a:cubicBezTo>
                    <a:pt x="-237" y="94378"/>
                    <a:pt x="-618" y="91330"/>
                    <a:pt x="1033" y="892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85440" y="175763"/>
              <a:ext cx="9663" cy="47763"/>
            </a:xfrm>
            <a:custGeom>
              <a:avLst/>
              <a:gdLst/>
              <a:ahLst/>
              <a:cxnLst/>
              <a:rect r="r" b="b" t="t" l="l"/>
              <a:pathLst>
                <a:path h="47763" w="9663">
                  <a:moveTo>
                    <a:pt x="5" y="42931"/>
                  </a:moveTo>
                  <a:lnTo>
                    <a:pt x="132" y="4704"/>
                  </a:lnTo>
                  <a:cubicBezTo>
                    <a:pt x="132" y="2037"/>
                    <a:pt x="2291" y="-122"/>
                    <a:pt x="4958" y="5"/>
                  </a:cubicBezTo>
                  <a:cubicBezTo>
                    <a:pt x="7625" y="132"/>
                    <a:pt x="9784" y="2164"/>
                    <a:pt x="9657" y="4831"/>
                  </a:cubicBezTo>
                  <a:lnTo>
                    <a:pt x="9530" y="43058"/>
                  </a:lnTo>
                  <a:cubicBezTo>
                    <a:pt x="9530" y="45725"/>
                    <a:pt x="7371" y="47884"/>
                    <a:pt x="4704" y="47757"/>
                  </a:cubicBezTo>
                  <a:cubicBezTo>
                    <a:pt x="2037" y="47630"/>
                    <a:pt x="-122" y="45598"/>
                    <a:pt x="5" y="4293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270497" y="3860797"/>
            <a:ext cx="546097" cy="984247"/>
            <a:chOff x="0" y="0"/>
            <a:chExt cx="546100" cy="984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06375" y="158750"/>
              <a:ext cx="142748" cy="761873"/>
            </a:xfrm>
            <a:custGeom>
              <a:avLst/>
              <a:gdLst/>
              <a:ahLst/>
              <a:cxnLst/>
              <a:rect r="r" b="b" t="t" l="l"/>
              <a:pathLst>
                <a:path h="761873" w="142748">
                  <a:moveTo>
                    <a:pt x="0" y="744220"/>
                  </a:moveTo>
                  <a:lnTo>
                    <a:pt x="0" y="17653"/>
                  </a:lnTo>
                  <a:cubicBezTo>
                    <a:pt x="0" y="15367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125095" y="0"/>
                  </a:lnTo>
                  <a:cubicBezTo>
                    <a:pt x="127381" y="0"/>
                    <a:pt x="129667" y="381"/>
                    <a:pt x="131826" y="1397"/>
                  </a:cubicBezTo>
                  <a:cubicBezTo>
                    <a:pt x="133985" y="2413"/>
                    <a:pt x="135890" y="3556"/>
                    <a:pt x="137541" y="5207"/>
                  </a:cubicBezTo>
                  <a:cubicBezTo>
                    <a:pt x="139192" y="6858"/>
                    <a:pt x="140462" y="8763"/>
                    <a:pt x="141351" y="10922"/>
                  </a:cubicBezTo>
                  <a:cubicBezTo>
                    <a:pt x="142240" y="13081"/>
                    <a:pt x="142748" y="15367"/>
                    <a:pt x="142748" y="17653"/>
                  </a:cubicBezTo>
                  <a:lnTo>
                    <a:pt x="142748" y="744220"/>
                  </a:lnTo>
                  <a:cubicBezTo>
                    <a:pt x="142748" y="746506"/>
                    <a:pt x="142240" y="748792"/>
                    <a:pt x="141351" y="750951"/>
                  </a:cubicBezTo>
                  <a:cubicBezTo>
                    <a:pt x="140462" y="753110"/>
                    <a:pt x="139192" y="755015"/>
                    <a:pt x="137541" y="756666"/>
                  </a:cubicBezTo>
                  <a:cubicBezTo>
                    <a:pt x="135890" y="758317"/>
                    <a:pt x="133985" y="759587"/>
                    <a:pt x="131826" y="760476"/>
                  </a:cubicBezTo>
                  <a:cubicBezTo>
                    <a:pt x="129667" y="761365"/>
                    <a:pt x="127381" y="761873"/>
                    <a:pt x="125095" y="761873"/>
                  </a:cubicBezTo>
                  <a:lnTo>
                    <a:pt x="17780" y="761873"/>
                  </a:lnTo>
                  <a:cubicBezTo>
                    <a:pt x="15494" y="761873"/>
                    <a:pt x="13208" y="761365"/>
                    <a:pt x="11049" y="760476"/>
                  </a:cubicBezTo>
                  <a:cubicBezTo>
                    <a:pt x="8890" y="759587"/>
                    <a:pt x="6985" y="758317"/>
                    <a:pt x="5334" y="756666"/>
                  </a:cubicBezTo>
                  <a:cubicBezTo>
                    <a:pt x="3683" y="755015"/>
                    <a:pt x="2413" y="753110"/>
                    <a:pt x="1524" y="750951"/>
                  </a:cubicBezTo>
                  <a:cubicBezTo>
                    <a:pt x="635" y="748792"/>
                    <a:pt x="127" y="746506"/>
                    <a:pt x="127" y="744220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418973" cy="428371"/>
            </a:xfrm>
            <a:custGeom>
              <a:avLst/>
              <a:gdLst/>
              <a:ahLst/>
              <a:cxnLst/>
              <a:rect r="r" b="b" t="t" l="l"/>
              <a:pathLst>
                <a:path h="428371" w="418973">
                  <a:moveTo>
                    <a:pt x="0" y="219075"/>
                  </a:moveTo>
                  <a:lnTo>
                    <a:pt x="0" y="209550"/>
                  </a:lnTo>
                  <a:cubicBezTo>
                    <a:pt x="0" y="202692"/>
                    <a:pt x="381" y="195834"/>
                    <a:pt x="1016" y="188976"/>
                  </a:cubicBezTo>
                  <a:cubicBezTo>
                    <a:pt x="1651" y="182118"/>
                    <a:pt x="2667" y="175387"/>
                    <a:pt x="4064" y="168656"/>
                  </a:cubicBezTo>
                  <a:cubicBezTo>
                    <a:pt x="5461" y="161925"/>
                    <a:pt x="7112" y="155321"/>
                    <a:pt x="9017" y="148717"/>
                  </a:cubicBezTo>
                  <a:cubicBezTo>
                    <a:pt x="10922" y="142113"/>
                    <a:pt x="13335" y="135763"/>
                    <a:pt x="16002" y="129413"/>
                  </a:cubicBezTo>
                  <a:cubicBezTo>
                    <a:pt x="18669" y="123063"/>
                    <a:pt x="21590" y="116840"/>
                    <a:pt x="24765" y="110871"/>
                  </a:cubicBezTo>
                  <a:cubicBezTo>
                    <a:pt x="27940" y="104902"/>
                    <a:pt x="31496" y="98933"/>
                    <a:pt x="35306" y="93218"/>
                  </a:cubicBezTo>
                  <a:cubicBezTo>
                    <a:pt x="39116" y="87503"/>
                    <a:pt x="43180" y="82042"/>
                    <a:pt x="47498" y="76708"/>
                  </a:cubicBezTo>
                  <a:cubicBezTo>
                    <a:pt x="51816" y="71374"/>
                    <a:pt x="56515" y="66294"/>
                    <a:pt x="61341" y="61468"/>
                  </a:cubicBezTo>
                  <a:cubicBezTo>
                    <a:pt x="66167" y="56642"/>
                    <a:pt x="71247" y="52070"/>
                    <a:pt x="76581" y="47625"/>
                  </a:cubicBezTo>
                  <a:cubicBezTo>
                    <a:pt x="81915" y="43180"/>
                    <a:pt x="87376" y="39243"/>
                    <a:pt x="93091" y="35433"/>
                  </a:cubicBezTo>
                  <a:cubicBezTo>
                    <a:pt x="98806" y="31623"/>
                    <a:pt x="104648" y="28067"/>
                    <a:pt x="110744" y="24892"/>
                  </a:cubicBezTo>
                  <a:cubicBezTo>
                    <a:pt x="116840" y="21717"/>
                    <a:pt x="122936" y="18669"/>
                    <a:pt x="129286" y="16129"/>
                  </a:cubicBezTo>
                  <a:cubicBezTo>
                    <a:pt x="135636" y="13589"/>
                    <a:pt x="142113" y="11176"/>
                    <a:pt x="148590" y="9271"/>
                  </a:cubicBezTo>
                  <a:cubicBezTo>
                    <a:pt x="155067" y="7366"/>
                    <a:pt x="161798" y="5588"/>
                    <a:pt x="168529" y="4318"/>
                  </a:cubicBezTo>
                  <a:cubicBezTo>
                    <a:pt x="175260" y="3048"/>
                    <a:pt x="181991" y="2032"/>
                    <a:pt x="188849" y="1270"/>
                  </a:cubicBezTo>
                  <a:cubicBezTo>
                    <a:pt x="195707" y="508"/>
                    <a:pt x="202692" y="0"/>
                    <a:pt x="209550" y="0"/>
                  </a:cubicBezTo>
                  <a:cubicBezTo>
                    <a:pt x="216408" y="0"/>
                    <a:pt x="223266" y="381"/>
                    <a:pt x="230124" y="1016"/>
                  </a:cubicBezTo>
                  <a:cubicBezTo>
                    <a:pt x="236982" y="1651"/>
                    <a:pt x="243713" y="2667"/>
                    <a:pt x="250444" y="4064"/>
                  </a:cubicBezTo>
                  <a:cubicBezTo>
                    <a:pt x="257175" y="5461"/>
                    <a:pt x="263779" y="7112"/>
                    <a:pt x="270383" y="9017"/>
                  </a:cubicBezTo>
                  <a:cubicBezTo>
                    <a:pt x="276987" y="10922"/>
                    <a:pt x="283337" y="13335"/>
                    <a:pt x="289687" y="16002"/>
                  </a:cubicBezTo>
                  <a:cubicBezTo>
                    <a:pt x="296037" y="18669"/>
                    <a:pt x="302260" y="21590"/>
                    <a:pt x="308229" y="24765"/>
                  </a:cubicBezTo>
                  <a:cubicBezTo>
                    <a:pt x="314198" y="27940"/>
                    <a:pt x="320167" y="31496"/>
                    <a:pt x="325882" y="35306"/>
                  </a:cubicBezTo>
                  <a:cubicBezTo>
                    <a:pt x="331597" y="39116"/>
                    <a:pt x="337058" y="43180"/>
                    <a:pt x="342392" y="47498"/>
                  </a:cubicBezTo>
                  <a:cubicBezTo>
                    <a:pt x="347726" y="51816"/>
                    <a:pt x="352806" y="56515"/>
                    <a:pt x="357632" y="61341"/>
                  </a:cubicBezTo>
                  <a:cubicBezTo>
                    <a:pt x="362458" y="66167"/>
                    <a:pt x="367157" y="71247"/>
                    <a:pt x="371475" y="76581"/>
                  </a:cubicBezTo>
                  <a:cubicBezTo>
                    <a:pt x="375793" y="81915"/>
                    <a:pt x="379857" y="87376"/>
                    <a:pt x="383667" y="93091"/>
                  </a:cubicBezTo>
                  <a:cubicBezTo>
                    <a:pt x="387477" y="98806"/>
                    <a:pt x="391033" y="104648"/>
                    <a:pt x="394208" y="110744"/>
                  </a:cubicBezTo>
                  <a:cubicBezTo>
                    <a:pt x="397383" y="116840"/>
                    <a:pt x="400431" y="122936"/>
                    <a:pt x="402971" y="129286"/>
                  </a:cubicBezTo>
                  <a:cubicBezTo>
                    <a:pt x="405511" y="135636"/>
                    <a:pt x="407924" y="142113"/>
                    <a:pt x="409956" y="148590"/>
                  </a:cubicBezTo>
                  <a:cubicBezTo>
                    <a:pt x="411988" y="155067"/>
                    <a:pt x="413639" y="161798"/>
                    <a:pt x="414909" y="168529"/>
                  </a:cubicBezTo>
                  <a:cubicBezTo>
                    <a:pt x="416179" y="175260"/>
                    <a:pt x="417195" y="181991"/>
                    <a:pt x="417957" y="188849"/>
                  </a:cubicBezTo>
                  <a:cubicBezTo>
                    <a:pt x="418719" y="195707"/>
                    <a:pt x="418973" y="202565"/>
                    <a:pt x="418973" y="209423"/>
                  </a:cubicBezTo>
                  <a:lnTo>
                    <a:pt x="418973" y="218948"/>
                  </a:lnTo>
                  <a:cubicBezTo>
                    <a:pt x="418973" y="225806"/>
                    <a:pt x="418592" y="232664"/>
                    <a:pt x="417957" y="239522"/>
                  </a:cubicBezTo>
                  <a:cubicBezTo>
                    <a:pt x="417322" y="246380"/>
                    <a:pt x="416306" y="253111"/>
                    <a:pt x="414909" y="259842"/>
                  </a:cubicBezTo>
                  <a:cubicBezTo>
                    <a:pt x="413512" y="266573"/>
                    <a:pt x="411861" y="273177"/>
                    <a:pt x="409956" y="279781"/>
                  </a:cubicBezTo>
                  <a:cubicBezTo>
                    <a:pt x="408051" y="286385"/>
                    <a:pt x="405638" y="292735"/>
                    <a:pt x="402971" y="299085"/>
                  </a:cubicBezTo>
                  <a:cubicBezTo>
                    <a:pt x="400304" y="305435"/>
                    <a:pt x="397383" y="311658"/>
                    <a:pt x="394208" y="317627"/>
                  </a:cubicBezTo>
                  <a:cubicBezTo>
                    <a:pt x="391033" y="323596"/>
                    <a:pt x="387477" y="329565"/>
                    <a:pt x="383667" y="335280"/>
                  </a:cubicBezTo>
                  <a:cubicBezTo>
                    <a:pt x="379857" y="340995"/>
                    <a:pt x="375793" y="346456"/>
                    <a:pt x="371475" y="351790"/>
                  </a:cubicBezTo>
                  <a:cubicBezTo>
                    <a:pt x="367157" y="357124"/>
                    <a:pt x="362458" y="362204"/>
                    <a:pt x="357632" y="367030"/>
                  </a:cubicBezTo>
                  <a:cubicBezTo>
                    <a:pt x="352806" y="371856"/>
                    <a:pt x="347726" y="376555"/>
                    <a:pt x="342392" y="380873"/>
                  </a:cubicBezTo>
                  <a:cubicBezTo>
                    <a:pt x="337058" y="385191"/>
                    <a:pt x="331597" y="389255"/>
                    <a:pt x="325882" y="393065"/>
                  </a:cubicBezTo>
                  <a:cubicBezTo>
                    <a:pt x="320167" y="396875"/>
                    <a:pt x="314325" y="400431"/>
                    <a:pt x="308229" y="403606"/>
                  </a:cubicBezTo>
                  <a:cubicBezTo>
                    <a:pt x="302133" y="406781"/>
                    <a:pt x="296037" y="409829"/>
                    <a:pt x="289687" y="412369"/>
                  </a:cubicBezTo>
                  <a:cubicBezTo>
                    <a:pt x="283337" y="414909"/>
                    <a:pt x="276860" y="417322"/>
                    <a:pt x="270383" y="419354"/>
                  </a:cubicBezTo>
                  <a:cubicBezTo>
                    <a:pt x="263906" y="421386"/>
                    <a:pt x="257175" y="423037"/>
                    <a:pt x="250444" y="424307"/>
                  </a:cubicBezTo>
                  <a:cubicBezTo>
                    <a:pt x="243713" y="425577"/>
                    <a:pt x="236982" y="426593"/>
                    <a:pt x="230124" y="427355"/>
                  </a:cubicBezTo>
                  <a:cubicBezTo>
                    <a:pt x="223266" y="428117"/>
                    <a:pt x="216408" y="428371"/>
                    <a:pt x="209550" y="428371"/>
                  </a:cubicBezTo>
                  <a:cubicBezTo>
                    <a:pt x="202692" y="428371"/>
                    <a:pt x="195834" y="427990"/>
                    <a:pt x="188976" y="427355"/>
                  </a:cubicBezTo>
                  <a:cubicBezTo>
                    <a:pt x="182118" y="426720"/>
                    <a:pt x="175387" y="425704"/>
                    <a:pt x="168656" y="424307"/>
                  </a:cubicBezTo>
                  <a:cubicBezTo>
                    <a:pt x="161925" y="422910"/>
                    <a:pt x="155321" y="421259"/>
                    <a:pt x="148717" y="419354"/>
                  </a:cubicBezTo>
                  <a:cubicBezTo>
                    <a:pt x="142113" y="417449"/>
                    <a:pt x="135763" y="415036"/>
                    <a:pt x="129413" y="412369"/>
                  </a:cubicBezTo>
                  <a:cubicBezTo>
                    <a:pt x="123063" y="409702"/>
                    <a:pt x="116840" y="406781"/>
                    <a:pt x="110871" y="403606"/>
                  </a:cubicBezTo>
                  <a:cubicBezTo>
                    <a:pt x="104902" y="400431"/>
                    <a:pt x="98933" y="396875"/>
                    <a:pt x="93218" y="393065"/>
                  </a:cubicBezTo>
                  <a:cubicBezTo>
                    <a:pt x="87503" y="389255"/>
                    <a:pt x="82042" y="385191"/>
                    <a:pt x="76708" y="380873"/>
                  </a:cubicBezTo>
                  <a:cubicBezTo>
                    <a:pt x="71374" y="376555"/>
                    <a:pt x="66294" y="371856"/>
                    <a:pt x="61468" y="367030"/>
                  </a:cubicBezTo>
                  <a:cubicBezTo>
                    <a:pt x="56642" y="362204"/>
                    <a:pt x="51943" y="357124"/>
                    <a:pt x="47625" y="351790"/>
                  </a:cubicBezTo>
                  <a:cubicBezTo>
                    <a:pt x="43307" y="346456"/>
                    <a:pt x="39243" y="340995"/>
                    <a:pt x="35433" y="335280"/>
                  </a:cubicBezTo>
                  <a:cubicBezTo>
                    <a:pt x="31623" y="329565"/>
                    <a:pt x="28067" y="323723"/>
                    <a:pt x="24892" y="317627"/>
                  </a:cubicBezTo>
                  <a:cubicBezTo>
                    <a:pt x="21717" y="311531"/>
                    <a:pt x="18669" y="305435"/>
                    <a:pt x="16129" y="299085"/>
                  </a:cubicBezTo>
                  <a:cubicBezTo>
                    <a:pt x="13589" y="292735"/>
                    <a:pt x="11176" y="286258"/>
                    <a:pt x="9144" y="279781"/>
                  </a:cubicBezTo>
                  <a:cubicBezTo>
                    <a:pt x="7112" y="273304"/>
                    <a:pt x="5461" y="266573"/>
                    <a:pt x="4191" y="259842"/>
                  </a:cubicBezTo>
                  <a:cubicBezTo>
                    <a:pt x="2921" y="253111"/>
                    <a:pt x="1905" y="246380"/>
                    <a:pt x="1143" y="239522"/>
                  </a:cubicBezTo>
                  <a:cubicBezTo>
                    <a:pt x="381" y="232664"/>
                    <a:pt x="0" y="225933"/>
                    <a:pt x="0" y="219075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16340" y="203310"/>
              <a:ext cx="40298" cy="26466"/>
            </a:xfrm>
            <a:custGeom>
              <a:avLst/>
              <a:gdLst/>
              <a:ahLst/>
              <a:cxnLst/>
              <a:rect r="r" b="b" t="t" l="l"/>
              <a:pathLst>
                <a:path h="26466" w="40298">
                  <a:moveTo>
                    <a:pt x="35958" y="26306"/>
                  </a:moveTo>
                  <a:cubicBezTo>
                    <a:pt x="29481" y="26687"/>
                    <a:pt x="27068" y="26433"/>
                    <a:pt x="23766" y="25036"/>
                  </a:cubicBezTo>
                  <a:cubicBezTo>
                    <a:pt x="23512" y="24909"/>
                    <a:pt x="23258" y="24782"/>
                    <a:pt x="23131" y="24655"/>
                  </a:cubicBezTo>
                  <a:cubicBezTo>
                    <a:pt x="20464" y="23004"/>
                    <a:pt x="17797" y="21099"/>
                    <a:pt x="1795" y="8399"/>
                  </a:cubicBezTo>
                  <a:cubicBezTo>
                    <a:pt x="-237" y="6748"/>
                    <a:pt x="-618" y="3827"/>
                    <a:pt x="1033" y="1795"/>
                  </a:cubicBezTo>
                  <a:cubicBezTo>
                    <a:pt x="2684" y="-237"/>
                    <a:pt x="5605" y="-618"/>
                    <a:pt x="7637" y="1033"/>
                  </a:cubicBezTo>
                  <a:cubicBezTo>
                    <a:pt x="23893" y="13987"/>
                    <a:pt x="25925" y="15384"/>
                    <a:pt x="27830" y="16654"/>
                  </a:cubicBezTo>
                  <a:lnTo>
                    <a:pt x="25417" y="20718"/>
                  </a:lnTo>
                  <a:lnTo>
                    <a:pt x="27195" y="16400"/>
                  </a:lnTo>
                  <a:cubicBezTo>
                    <a:pt x="28719" y="17035"/>
                    <a:pt x="29481" y="17416"/>
                    <a:pt x="35196" y="16908"/>
                  </a:cubicBezTo>
                  <a:cubicBezTo>
                    <a:pt x="37736" y="16781"/>
                    <a:pt x="40022" y="18686"/>
                    <a:pt x="40276" y="21226"/>
                  </a:cubicBezTo>
                  <a:cubicBezTo>
                    <a:pt x="40530" y="23766"/>
                    <a:pt x="38498" y="26052"/>
                    <a:pt x="35958" y="2630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96140" y="203581"/>
              <a:ext cx="74878" cy="35833"/>
            </a:xfrm>
            <a:custGeom>
              <a:avLst/>
              <a:gdLst/>
              <a:ahLst/>
              <a:cxnLst/>
              <a:rect r="r" b="b" t="t" l="l"/>
              <a:pathLst>
                <a:path h="35833" w="74878">
                  <a:moveTo>
                    <a:pt x="70306" y="9525"/>
                  </a:moveTo>
                  <a:cubicBezTo>
                    <a:pt x="58368" y="9525"/>
                    <a:pt x="52272" y="9779"/>
                    <a:pt x="48843" y="10414"/>
                  </a:cubicBezTo>
                  <a:lnTo>
                    <a:pt x="48081" y="5715"/>
                  </a:lnTo>
                  <a:lnTo>
                    <a:pt x="49605" y="10160"/>
                  </a:lnTo>
                  <a:cubicBezTo>
                    <a:pt x="45795" y="11430"/>
                    <a:pt x="40207" y="14097"/>
                    <a:pt x="29666" y="20574"/>
                  </a:cubicBezTo>
                  <a:lnTo>
                    <a:pt x="27253" y="16510"/>
                  </a:lnTo>
                  <a:lnTo>
                    <a:pt x="29793" y="20447"/>
                  </a:lnTo>
                  <a:cubicBezTo>
                    <a:pt x="22427" y="25146"/>
                    <a:pt x="15061" y="29972"/>
                    <a:pt x="7441" y="35052"/>
                  </a:cubicBezTo>
                  <a:cubicBezTo>
                    <a:pt x="5282" y="36449"/>
                    <a:pt x="2361" y="35941"/>
                    <a:pt x="837" y="33782"/>
                  </a:cubicBezTo>
                  <a:cubicBezTo>
                    <a:pt x="-687" y="31623"/>
                    <a:pt x="-52" y="28702"/>
                    <a:pt x="2107" y="27178"/>
                  </a:cubicBezTo>
                  <a:cubicBezTo>
                    <a:pt x="9727" y="22098"/>
                    <a:pt x="17220" y="17145"/>
                    <a:pt x="24586" y="12446"/>
                  </a:cubicBezTo>
                  <a:cubicBezTo>
                    <a:pt x="24586" y="12446"/>
                    <a:pt x="24586" y="12446"/>
                    <a:pt x="24713" y="12446"/>
                  </a:cubicBezTo>
                  <a:cubicBezTo>
                    <a:pt x="35381" y="5969"/>
                    <a:pt x="41604" y="2794"/>
                    <a:pt x="46557" y="1143"/>
                  </a:cubicBezTo>
                  <a:cubicBezTo>
                    <a:pt x="46811" y="1016"/>
                    <a:pt x="47065" y="1016"/>
                    <a:pt x="47319" y="1016"/>
                  </a:cubicBezTo>
                  <a:cubicBezTo>
                    <a:pt x="51637" y="381"/>
                    <a:pt x="58368" y="127"/>
                    <a:pt x="70179" y="0"/>
                  </a:cubicBezTo>
                  <a:cubicBezTo>
                    <a:pt x="72719" y="0"/>
                    <a:pt x="74878" y="2032"/>
                    <a:pt x="74878" y="4699"/>
                  </a:cubicBezTo>
                  <a:cubicBezTo>
                    <a:pt x="74878" y="7366"/>
                    <a:pt x="72846" y="9398"/>
                    <a:pt x="70179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20046" y="279025"/>
              <a:ext cx="22017" cy="30018"/>
            </a:xfrm>
            <a:custGeom>
              <a:avLst/>
              <a:gdLst/>
              <a:ahLst/>
              <a:cxnLst/>
              <a:rect r="r" b="b" t="t" l="l"/>
              <a:pathLst>
                <a:path h="30018" w="22017">
                  <a:moveTo>
                    <a:pt x="12694" y="26029"/>
                  </a:moveTo>
                  <a:cubicBezTo>
                    <a:pt x="12059" y="21838"/>
                    <a:pt x="11551" y="20568"/>
                    <a:pt x="11043" y="19425"/>
                  </a:cubicBezTo>
                  <a:lnTo>
                    <a:pt x="15234" y="17266"/>
                  </a:lnTo>
                  <a:lnTo>
                    <a:pt x="11424" y="20060"/>
                  </a:lnTo>
                  <a:cubicBezTo>
                    <a:pt x="9519" y="17520"/>
                    <a:pt x="6090" y="13456"/>
                    <a:pt x="1137" y="7741"/>
                  </a:cubicBezTo>
                  <a:cubicBezTo>
                    <a:pt x="-514" y="5836"/>
                    <a:pt x="-387" y="2788"/>
                    <a:pt x="1645" y="1137"/>
                  </a:cubicBezTo>
                  <a:cubicBezTo>
                    <a:pt x="3677" y="-514"/>
                    <a:pt x="6598" y="-387"/>
                    <a:pt x="8249" y="1645"/>
                  </a:cubicBezTo>
                  <a:cubicBezTo>
                    <a:pt x="13329" y="7487"/>
                    <a:pt x="16885" y="11805"/>
                    <a:pt x="18917" y="14472"/>
                  </a:cubicBezTo>
                  <a:cubicBezTo>
                    <a:pt x="19044" y="14726"/>
                    <a:pt x="19298" y="14980"/>
                    <a:pt x="19425" y="15234"/>
                  </a:cubicBezTo>
                  <a:cubicBezTo>
                    <a:pt x="20695" y="17647"/>
                    <a:pt x="21330" y="20060"/>
                    <a:pt x="21965" y="24632"/>
                  </a:cubicBezTo>
                  <a:cubicBezTo>
                    <a:pt x="22346" y="27172"/>
                    <a:pt x="20568" y="29585"/>
                    <a:pt x="18028" y="29966"/>
                  </a:cubicBezTo>
                  <a:cubicBezTo>
                    <a:pt x="15488" y="30347"/>
                    <a:pt x="13075" y="28569"/>
                    <a:pt x="12694" y="2602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39982" y="332139"/>
              <a:ext cx="38749" cy="22875"/>
            </a:xfrm>
            <a:custGeom>
              <a:avLst/>
              <a:gdLst/>
              <a:ahLst/>
              <a:cxnLst/>
              <a:rect r="r" b="b" t="t" l="l"/>
              <a:pathLst>
                <a:path h="22875" w="38749">
                  <a:moveTo>
                    <a:pt x="38529" y="5808"/>
                  </a:moveTo>
                  <a:cubicBezTo>
                    <a:pt x="36497" y="12158"/>
                    <a:pt x="35735" y="14063"/>
                    <a:pt x="33703" y="16984"/>
                  </a:cubicBezTo>
                  <a:cubicBezTo>
                    <a:pt x="33449" y="17238"/>
                    <a:pt x="33322" y="17492"/>
                    <a:pt x="33068" y="17746"/>
                  </a:cubicBezTo>
                  <a:cubicBezTo>
                    <a:pt x="30528" y="20032"/>
                    <a:pt x="28877" y="21048"/>
                    <a:pt x="26083" y="22191"/>
                  </a:cubicBezTo>
                  <a:cubicBezTo>
                    <a:pt x="25829" y="22318"/>
                    <a:pt x="25448" y="22445"/>
                    <a:pt x="25194" y="22445"/>
                  </a:cubicBezTo>
                  <a:cubicBezTo>
                    <a:pt x="22273" y="22953"/>
                    <a:pt x="19352" y="23080"/>
                    <a:pt x="16431" y="22445"/>
                  </a:cubicBezTo>
                  <a:cubicBezTo>
                    <a:pt x="16177" y="22445"/>
                    <a:pt x="16050" y="22318"/>
                    <a:pt x="15796" y="22318"/>
                  </a:cubicBezTo>
                  <a:cubicBezTo>
                    <a:pt x="13891" y="21683"/>
                    <a:pt x="11097" y="20159"/>
                    <a:pt x="7541" y="17365"/>
                  </a:cubicBezTo>
                  <a:cubicBezTo>
                    <a:pt x="7414" y="17238"/>
                    <a:pt x="7287" y="17111"/>
                    <a:pt x="7160" y="17111"/>
                  </a:cubicBezTo>
                  <a:lnTo>
                    <a:pt x="1445" y="11650"/>
                  </a:lnTo>
                  <a:cubicBezTo>
                    <a:pt x="-460" y="9872"/>
                    <a:pt x="-460" y="6824"/>
                    <a:pt x="1318" y="5046"/>
                  </a:cubicBezTo>
                  <a:cubicBezTo>
                    <a:pt x="3096" y="3268"/>
                    <a:pt x="6144" y="3141"/>
                    <a:pt x="7922" y="4919"/>
                  </a:cubicBezTo>
                  <a:lnTo>
                    <a:pt x="13637" y="10380"/>
                  </a:lnTo>
                  <a:lnTo>
                    <a:pt x="10335" y="13809"/>
                  </a:lnTo>
                  <a:lnTo>
                    <a:pt x="13256" y="10126"/>
                  </a:lnTo>
                  <a:cubicBezTo>
                    <a:pt x="16431" y="12666"/>
                    <a:pt x="18209" y="13428"/>
                    <a:pt x="18717" y="13555"/>
                  </a:cubicBezTo>
                  <a:lnTo>
                    <a:pt x="17193" y="18000"/>
                  </a:lnTo>
                  <a:lnTo>
                    <a:pt x="18082" y="13428"/>
                  </a:lnTo>
                  <a:cubicBezTo>
                    <a:pt x="19733" y="13809"/>
                    <a:pt x="21384" y="13809"/>
                    <a:pt x="23162" y="13428"/>
                  </a:cubicBezTo>
                  <a:lnTo>
                    <a:pt x="24051" y="18000"/>
                  </a:lnTo>
                  <a:lnTo>
                    <a:pt x="22146" y="13682"/>
                  </a:lnTo>
                  <a:cubicBezTo>
                    <a:pt x="24051" y="12920"/>
                    <a:pt x="24813" y="12412"/>
                    <a:pt x="26591" y="10888"/>
                  </a:cubicBezTo>
                  <a:lnTo>
                    <a:pt x="29766" y="14444"/>
                  </a:lnTo>
                  <a:lnTo>
                    <a:pt x="25956" y="11650"/>
                  </a:lnTo>
                  <a:cubicBezTo>
                    <a:pt x="27099" y="9999"/>
                    <a:pt x="27480" y="9364"/>
                    <a:pt x="29512" y="3268"/>
                  </a:cubicBezTo>
                  <a:cubicBezTo>
                    <a:pt x="30274" y="728"/>
                    <a:pt x="32941" y="-542"/>
                    <a:pt x="35481" y="220"/>
                  </a:cubicBezTo>
                  <a:cubicBezTo>
                    <a:pt x="38021" y="982"/>
                    <a:pt x="39291" y="3649"/>
                    <a:pt x="38529" y="618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21899" y="228171"/>
              <a:ext cx="33413" cy="42185"/>
            </a:xfrm>
            <a:custGeom>
              <a:avLst/>
              <a:gdLst/>
              <a:ahLst/>
              <a:cxnLst/>
              <a:rect r="r" b="b" t="t" l="l"/>
              <a:pathLst>
                <a:path h="42185" w="33413">
                  <a:moveTo>
                    <a:pt x="31466" y="36116"/>
                  </a:moveTo>
                  <a:cubicBezTo>
                    <a:pt x="27275" y="39291"/>
                    <a:pt x="24608" y="40815"/>
                    <a:pt x="20671" y="41958"/>
                  </a:cubicBezTo>
                  <a:cubicBezTo>
                    <a:pt x="20417" y="42085"/>
                    <a:pt x="20036" y="42085"/>
                    <a:pt x="19782" y="42085"/>
                  </a:cubicBezTo>
                  <a:cubicBezTo>
                    <a:pt x="17242" y="42339"/>
                    <a:pt x="15083" y="42085"/>
                    <a:pt x="12797" y="41577"/>
                  </a:cubicBezTo>
                  <a:cubicBezTo>
                    <a:pt x="12543" y="41577"/>
                    <a:pt x="12289" y="41450"/>
                    <a:pt x="12162" y="41323"/>
                  </a:cubicBezTo>
                  <a:cubicBezTo>
                    <a:pt x="10384" y="40561"/>
                    <a:pt x="8479" y="39418"/>
                    <a:pt x="6574" y="38021"/>
                  </a:cubicBezTo>
                  <a:cubicBezTo>
                    <a:pt x="6447" y="37894"/>
                    <a:pt x="6320" y="37767"/>
                    <a:pt x="6193" y="37640"/>
                  </a:cubicBezTo>
                  <a:cubicBezTo>
                    <a:pt x="4542" y="35989"/>
                    <a:pt x="3145" y="34084"/>
                    <a:pt x="1494" y="31290"/>
                  </a:cubicBezTo>
                  <a:cubicBezTo>
                    <a:pt x="1367" y="31036"/>
                    <a:pt x="1240" y="30782"/>
                    <a:pt x="1113" y="30401"/>
                  </a:cubicBezTo>
                  <a:cubicBezTo>
                    <a:pt x="97" y="26972"/>
                    <a:pt x="-284" y="23924"/>
                    <a:pt x="224" y="20495"/>
                  </a:cubicBezTo>
                  <a:cubicBezTo>
                    <a:pt x="224" y="20114"/>
                    <a:pt x="351" y="19733"/>
                    <a:pt x="478" y="19352"/>
                  </a:cubicBezTo>
                  <a:cubicBezTo>
                    <a:pt x="1748" y="15796"/>
                    <a:pt x="3526" y="12875"/>
                    <a:pt x="5431" y="10589"/>
                  </a:cubicBezTo>
                  <a:cubicBezTo>
                    <a:pt x="5558" y="10462"/>
                    <a:pt x="5685" y="10335"/>
                    <a:pt x="5812" y="10208"/>
                  </a:cubicBezTo>
                  <a:lnTo>
                    <a:pt x="14956" y="1318"/>
                  </a:lnTo>
                  <a:cubicBezTo>
                    <a:pt x="16861" y="-460"/>
                    <a:pt x="19782" y="-460"/>
                    <a:pt x="21560" y="1445"/>
                  </a:cubicBezTo>
                  <a:cubicBezTo>
                    <a:pt x="23338" y="3350"/>
                    <a:pt x="23338" y="6271"/>
                    <a:pt x="21433" y="8049"/>
                  </a:cubicBezTo>
                  <a:lnTo>
                    <a:pt x="12289" y="16939"/>
                  </a:lnTo>
                  <a:lnTo>
                    <a:pt x="8987" y="13510"/>
                  </a:lnTo>
                  <a:lnTo>
                    <a:pt x="12670" y="16431"/>
                  </a:lnTo>
                  <a:cubicBezTo>
                    <a:pt x="11400" y="17955"/>
                    <a:pt x="10130" y="19987"/>
                    <a:pt x="9241" y="22527"/>
                  </a:cubicBezTo>
                  <a:lnTo>
                    <a:pt x="4796" y="20876"/>
                  </a:lnTo>
                  <a:lnTo>
                    <a:pt x="9495" y="21384"/>
                  </a:lnTo>
                  <a:cubicBezTo>
                    <a:pt x="9241" y="23416"/>
                    <a:pt x="9368" y="25194"/>
                    <a:pt x="10130" y="27480"/>
                  </a:cubicBezTo>
                  <a:lnTo>
                    <a:pt x="5685" y="28877"/>
                  </a:lnTo>
                  <a:lnTo>
                    <a:pt x="9876" y="26591"/>
                  </a:lnTo>
                  <a:cubicBezTo>
                    <a:pt x="11019" y="28877"/>
                    <a:pt x="11908" y="29893"/>
                    <a:pt x="12797" y="30782"/>
                  </a:cubicBezTo>
                  <a:lnTo>
                    <a:pt x="9495" y="34211"/>
                  </a:lnTo>
                  <a:lnTo>
                    <a:pt x="12289" y="30401"/>
                  </a:lnTo>
                  <a:cubicBezTo>
                    <a:pt x="13559" y="31417"/>
                    <a:pt x="14829" y="32052"/>
                    <a:pt x="15845" y="32433"/>
                  </a:cubicBezTo>
                  <a:lnTo>
                    <a:pt x="14067" y="36751"/>
                  </a:lnTo>
                  <a:lnTo>
                    <a:pt x="15210" y="32179"/>
                  </a:lnTo>
                  <a:cubicBezTo>
                    <a:pt x="16480" y="32433"/>
                    <a:pt x="17623" y="32560"/>
                    <a:pt x="19147" y="32433"/>
                  </a:cubicBezTo>
                  <a:lnTo>
                    <a:pt x="19528" y="37132"/>
                  </a:lnTo>
                  <a:lnTo>
                    <a:pt x="18258" y="32560"/>
                  </a:lnTo>
                  <a:cubicBezTo>
                    <a:pt x="20544" y="31925"/>
                    <a:pt x="22195" y="31163"/>
                    <a:pt x="25878" y="28369"/>
                  </a:cubicBezTo>
                  <a:cubicBezTo>
                    <a:pt x="27910" y="26845"/>
                    <a:pt x="30958" y="27226"/>
                    <a:pt x="32482" y="29258"/>
                  </a:cubicBezTo>
                  <a:cubicBezTo>
                    <a:pt x="34006" y="31290"/>
                    <a:pt x="33625" y="34338"/>
                    <a:pt x="31593" y="35862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375920" y="220218"/>
              <a:ext cx="9525" cy="99822"/>
            </a:xfrm>
            <a:custGeom>
              <a:avLst/>
              <a:gdLst/>
              <a:ahLst/>
              <a:cxnLst/>
              <a:rect r="r" b="b" t="t" l="l"/>
              <a:pathLst>
                <a:path h="99822" w="9525">
                  <a:moveTo>
                    <a:pt x="127" y="95123"/>
                  </a:moveTo>
                  <a:lnTo>
                    <a:pt x="0" y="4699"/>
                  </a:lnTo>
                  <a:cubicBezTo>
                    <a:pt x="0" y="2159"/>
                    <a:pt x="2159" y="0"/>
                    <a:pt x="4699" y="0"/>
                  </a:cubicBezTo>
                  <a:cubicBezTo>
                    <a:pt x="7239" y="0"/>
                    <a:pt x="9398" y="2159"/>
                    <a:pt x="9398" y="4699"/>
                  </a:cubicBezTo>
                  <a:lnTo>
                    <a:pt x="9525" y="95123"/>
                  </a:lnTo>
                  <a:cubicBezTo>
                    <a:pt x="9525" y="97663"/>
                    <a:pt x="7366" y="99822"/>
                    <a:pt x="4826" y="99822"/>
                  </a:cubicBezTo>
                  <a:cubicBezTo>
                    <a:pt x="2286" y="99822"/>
                    <a:pt x="127" y="97663"/>
                    <a:pt x="127" y="95123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44043" y="310642"/>
              <a:ext cx="41402" cy="9398"/>
            </a:xfrm>
            <a:custGeom>
              <a:avLst/>
              <a:gdLst/>
              <a:ahLst/>
              <a:cxnLst/>
              <a:rect r="r" b="b" t="t" l="l"/>
              <a:pathLst>
                <a:path h="9398" w="41402">
                  <a:moveTo>
                    <a:pt x="36703" y="9398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36703" y="0"/>
                  </a:lnTo>
                  <a:cubicBezTo>
                    <a:pt x="39243" y="0"/>
                    <a:pt x="41402" y="2159"/>
                    <a:pt x="41402" y="4699"/>
                  </a:cubicBezTo>
                  <a:cubicBezTo>
                    <a:pt x="41402" y="7239"/>
                    <a:pt x="39243" y="9398"/>
                    <a:pt x="36703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43916" y="298069"/>
              <a:ext cx="9525" cy="21971"/>
            </a:xfrm>
            <a:custGeom>
              <a:avLst/>
              <a:gdLst/>
              <a:ahLst/>
              <a:cxnLst/>
              <a:rect r="r" b="b" t="t" l="l"/>
              <a:pathLst>
                <a:path h="21971" w="9525">
                  <a:moveTo>
                    <a:pt x="127" y="17272"/>
                  </a:moveTo>
                  <a:lnTo>
                    <a:pt x="0" y="4699"/>
                  </a:lnTo>
                  <a:cubicBezTo>
                    <a:pt x="0" y="2159"/>
                    <a:pt x="2032" y="0"/>
                    <a:pt x="4699" y="0"/>
                  </a:cubicBezTo>
                  <a:cubicBezTo>
                    <a:pt x="7366" y="0"/>
                    <a:pt x="9398" y="2032"/>
                    <a:pt x="9398" y="4699"/>
                  </a:cubicBezTo>
                  <a:lnTo>
                    <a:pt x="9525" y="17272"/>
                  </a:lnTo>
                  <a:cubicBezTo>
                    <a:pt x="9525" y="19812"/>
                    <a:pt x="7493" y="21971"/>
                    <a:pt x="4826" y="21971"/>
                  </a:cubicBezTo>
                  <a:cubicBezTo>
                    <a:pt x="2159" y="21971"/>
                    <a:pt x="127" y="19939"/>
                    <a:pt x="127" y="17272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44043" y="220472"/>
              <a:ext cx="9398" cy="86995"/>
            </a:xfrm>
            <a:custGeom>
              <a:avLst/>
              <a:gdLst/>
              <a:ahLst/>
              <a:cxnLst/>
              <a:rect r="r" b="b" t="t" l="l"/>
              <a:pathLst>
                <a:path h="86995" w="9398">
                  <a:moveTo>
                    <a:pt x="0" y="82296"/>
                  </a:moveTo>
                  <a:lnTo>
                    <a:pt x="0" y="4699"/>
                  </a:lnTo>
                  <a:cubicBezTo>
                    <a:pt x="0" y="2159"/>
                    <a:pt x="2159" y="0"/>
                    <a:pt x="4699" y="0"/>
                  </a:cubicBezTo>
                  <a:cubicBezTo>
                    <a:pt x="7239" y="0"/>
                    <a:pt x="9398" y="2159"/>
                    <a:pt x="9398" y="4699"/>
                  </a:cubicBezTo>
                  <a:lnTo>
                    <a:pt x="9398" y="82296"/>
                  </a:lnTo>
                  <a:cubicBezTo>
                    <a:pt x="9398" y="84836"/>
                    <a:pt x="7239" y="86995"/>
                    <a:pt x="4699" y="86995"/>
                  </a:cubicBezTo>
                  <a:cubicBezTo>
                    <a:pt x="2159" y="86995"/>
                    <a:pt x="0" y="84836"/>
                    <a:pt x="0" y="8229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63576" y="219964"/>
              <a:ext cx="42037" cy="9525"/>
            </a:xfrm>
            <a:custGeom>
              <a:avLst/>
              <a:gdLst/>
              <a:ahLst/>
              <a:cxnLst/>
              <a:rect r="r" b="b" t="t" l="l"/>
              <a:pathLst>
                <a:path h="9525" w="42037">
                  <a:moveTo>
                    <a:pt x="37338" y="9398"/>
                  </a:moveTo>
                  <a:lnTo>
                    <a:pt x="4699" y="9525"/>
                  </a:lnTo>
                  <a:cubicBezTo>
                    <a:pt x="2159" y="9525"/>
                    <a:pt x="0" y="7366"/>
                    <a:pt x="0" y="4826"/>
                  </a:cubicBezTo>
                  <a:cubicBezTo>
                    <a:pt x="0" y="2286"/>
                    <a:pt x="2159" y="127"/>
                    <a:pt x="4699" y="127"/>
                  </a:cubicBezTo>
                  <a:lnTo>
                    <a:pt x="37338" y="0"/>
                  </a:lnTo>
                  <a:cubicBezTo>
                    <a:pt x="39878" y="0"/>
                    <a:pt x="42037" y="2159"/>
                    <a:pt x="42037" y="4699"/>
                  </a:cubicBezTo>
                  <a:cubicBezTo>
                    <a:pt x="42037" y="7239"/>
                    <a:pt x="39878" y="9398"/>
                    <a:pt x="37338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196088" y="219964"/>
              <a:ext cx="9398" cy="99695"/>
            </a:xfrm>
            <a:custGeom>
              <a:avLst/>
              <a:gdLst/>
              <a:ahLst/>
              <a:cxnLst/>
              <a:rect r="r" b="b" t="t" l="l"/>
              <a:pathLst>
                <a:path h="99695" w="9398">
                  <a:moveTo>
                    <a:pt x="0" y="94996"/>
                  </a:moveTo>
                  <a:lnTo>
                    <a:pt x="0" y="4699"/>
                  </a:lnTo>
                  <a:cubicBezTo>
                    <a:pt x="0" y="2159"/>
                    <a:pt x="2159" y="0"/>
                    <a:pt x="4699" y="0"/>
                  </a:cubicBezTo>
                  <a:cubicBezTo>
                    <a:pt x="7239" y="0"/>
                    <a:pt x="9398" y="2159"/>
                    <a:pt x="9398" y="4699"/>
                  </a:cubicBezTo>
                  <a:lnTo>
                    <a:pt x="9398" y="94996"/>
                  </a:lnTo>
                  <a:cubicBezTo>
                    <a:pt x="9398" y="97536"/>
                    <a:pt x="7239" y="99695"/>
                    <a:pt x="4699" y="99695"/>
                  </a:cubicBezTo>
                  <a:cubicBezTo>
                    <a:pt x="2159" y="99695"/>
                    <a:pt x="0" y="97536"/>
                    <a:pt x="0" y="9499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63449" y="310007"/>
              <a:ext cx="42037" cy="9652"/>
            </a:xfrm>
            <a:custGeom>
              <a:avLst/>
              <a:gdLst/>
              <a:ahLst/>
              <a:cxnLst/>
              <a:rect r="r" b="b" t="t" l="l"/>
              <a:pathLst>
                <a:path h="9652" w="42037">
                  <a:moveTo>
                    <a:pt x="37338" y="9652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37338" y="254"/>
                  </a:lnTo>
                  <a:cubicBezTo>
                    <a:pt x="39878" y="254"/>
                    <a:pt x="42037" y="2413"/>
                    <a:pt x="42037" y="4953"/>
                  </a:cubicBezTo>
                  <a:cubicBezTo>
                    <a:pt x="42037" y="7493"/>
                    <a:pt x="39878" y="9652"/>
                    <a:pt x="37338" y="9652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63703" y="220091"/>
              <a:ext cx="9398" cy="99441"/>
            </a:xfrm>
            <a:custGeom>
              <a:avLst/>
              <a:gdLst/>
              <a:ahLst/>
              <a:cxnLst/>
              <a:rect r="r" b="b" t="t" l="l"/>
              <a:pathLst>
                <a:path h="99441" w="9398">
                  <a:moveTo>
                    <a:pt x="9398" y="4699"/>
                  </a:moveTo>
                  <a:lnTo>
                    <a:pt x="9398" y="94742"/>
                  </a:lnTo>
                  <a:cubicBezTo>
                    <a:pt x="9398" y="97282"/>
                    <a:pt x="7239" y="99441"/>
                    <a:pt x="4699" y="99441"/>
                  </a:cubicBezTo>
                  <a:cubicBezTo>
                    <a:pt x="2159" y="99441"/>
                    <a:pt x="0" y="97282"/>
                    <a:pt x="0" y="94742"/>
                  </a:cubicBezTo>
                  <a:lnTo>
                    <a:pt x="0" y="4699"/>
                  </a:lnTo>
                  <a:cubicBezTo>
                    <a:pt x="0" y="2159"/>
                    <a:pt x="2159" y="0"/>
                    <a:pt x="4699" y="0"/>
                  </a:cubicBezTo>
                  <a:cubicBezTo>
                    <a:pt x="7239" y="0"/>
                    <a:pt x="9398" y="2159"/>
                    <a:pt x="9398" y="469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45804" y="230437"/>
              <a:ext cx="40775" cy="34933"/>
            </a:xfrm>
            <a:custGeom>
              <a:avLst/>
              <a:gdLst/>
              <a:ahLst/>
              <a:cxnLst/>
              <a:rect r="r" b="b" t="t" l="l"/>
              <a:pathLst>
                <a:path h="34933" w="40775">
                  <a:moveTo>
                    <a:pt x="39057" y="8323"/>
                  </a:moveTo>
                  <a:lnTo>
                    <a:pt x="7688" y="33850"/>
                  </a:lnTo>
                  <a:cubicBezTo>
                    <a:pt x="5656" y="35501"/>
                    <a:pt x="2735" y="35247"/>
                    <a:pt x="1084" y="33215"/>
                  </a:cubicBezTo>
                  <a:cubicBezTo>
                    <a:pt x="-567" y="31183"/>
                    <a:pt x="-313" y="28262"/>
                    <a:pt x="1719" y="26611"/>
                  </a:cubicBezTo>
                  <a:lnTo>
                    <a:pt x="33088" y="1084"/>
                  </a:lnTo>
                  <a:cubicBezTo>
                    <a:pt x="35120" y="-567"/>
                    <a:pt x="38041" y="-313"/>
                    <a:pt x="39692" y="1719"/>
                  </a:cubicBezTo>
                  <a:cubicBezTo>
                    <a:pt x="41343" y="3751"/>
                    <a:pt x="41089" y="6672"/>
                    <a:pt x="39057" y="8323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314931" y="299570"/>
              <a:ext cx="26977" cy="21325"/>
            </a:xfrm>
            <a:custGeom>
              <a:avLst/>
              <a:gdLst/>
              <a:ahLst/>
              <a:cxnLst/>
              <a:rect r="r" b="b" t="t" l="l"/>
              <a:pathLst>
                <a:path h="21325" w="26977">
                  <a:moveTo>
                    <a:pt x="26953" y="5230"/>
                  </a:moveTo>
                  <a:cubicBezTo>
                    <a:pt x="26699" y="7897"/>
                    <a:pt x="25810" y="10564"/>
                    <a:pt x="24413" y="12850"/>
                  </a:cubicBezTo>
                  <a:cubicBezTo>
                    <a:pt x="23016" y="15136"/>
                    <a:pt x="21111" y="17041"/>
                    <a:pt x="18825" y="18565"/>
                  </a:cubicBezTo>
                  <a:lnTo>
                    <a:pt x="16285" y="14628"/>
                  </a:lnTo>
                  <a:lnTo>
                    <a:pt x="18825" y="18565"/>
                  </a:lnTo>
                  <a:cubicBezTo>
                    <a:pt x="16539" y="20089"/>
                    <a:pt x="13872" y="20978"/>
                    <a:pt x="11205" y="21232"/>
                  </a:cubicBezTo>
                  <a:lnTo>
                    <a:pt x="10697" y="16533"/>
                  </a:lnTo>
                  <a:lnTo>
                    <a:pt x="11205" y="21232"/>
                  </a:lnTo>
                  <a:cubicBezTo>
                    <a:pt x="8538" y="21486"/>
                    <a:pt x="5744" y="21232"/>
                    <a:pt x="3204" y="20343"/>
                  </a:cubicBezTo>
                  <a:cubicBezTo>
                    <a:pt x="664" y="19454"/>
                    <a:pt x="-606" y="16787"/>
                    <a:pt x="283" y="14374"/>
                  </a:cubicBezTo>
                  <a:cubicBezTo>
                    <a:pt x="1172" y="11961"/>
                    <a:pt x="3839" y="10564"/>
                    <a:pt x="6252" y="11453"/>
                  </a:cubicBezTo>
                  <a:cubicBezTo>
                    <a:pt x="7522" y="11834"/>
                    <a:pt x="8792" y="12088"/>
                    <a:pt x="10062" y="11834"/>
                  </a:cubicBezTo>
                  <a:cubicBezTo>
                    <a:pt x="11332" y="11707"/>
                    <a:pt x="12602" y="11326"/>
                    <a:pt x="13618" y="10564"/>
                  </a:cubicBezTo>
                  <a:cubicBezTo>
                    <a:pt x="14761" y="9802"/>
                    <a:pt x="15650" y="8913"/>
                    <a:pt x="16285" y="7897"/>
                  </a:cubicBezTo>
                  <a:lnTo>
                    <a:pt x="20349" y="10310"/>
                  </a:lnTo>
                  <a:lnTo>
                    <a:pt x="16285" y="7897"/>
                  </a:lnTo>
                  <a:cubicBezTo>
                    <a:pt x="16920" y="6754"/>
                    <a:pt x="17428" y="5611"/>
                    <a:pt x="17555" y="4214"/>
                  </a:cubicBezTo>
                  <a:cubicBezTo>
                    <a:pt x="17809" y="1674"/>
                    <a:pt x="20095" y="-231"/>
                    <a:pt x="22762" y="23"/>
                  </a:cubicBezTo>
                  <a:cubicBezTo>
                    <a:pt x="25429" y="277"/>
                    <a:pt x="27207" y="2563"/>
                    <a:pt x="26953" y="523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283787" y="275583"/>
              <a:ext cx="39994" cy="44210"/>
            </a:xfrm>
            <a:custGeom>
              <a:avLst/>
              <a:gdLst/>
              <a:ahLst/>
              <a:cxnLst/>
              <a:rect r="r" b="b" t="t" l="l"/>
              <a:pathLst>
                <a:path h="44210" w="39994">
                  <a:moveTo>
                    <a:pt x="8186" y="1531"/>
                  </a:moveTo>
                  <a:lnTo>
                    <a:pt x="38793" y="36456"/>
                  </a:lnTo>
                  <a:cubicBezTo>
                    <a:pt x="40571" y="38361"/>
                    <a:pt x="40317" y="41409"/>
                    <a:pt x="38412" y="43060"/>
                  </a:cubicBezTo>
                  <a:cubicBezTo>
                    <a:pt x="36507" y="44711"/>
                    <a:pt x="33459" y="44584"/>
                    <a:pt x="31808" y="42679"/>
                  </a:cubicBezTo>
                  <a:lnTo>
                    <a:pt x="1201" y="7754"/>
                  </a:lnTo>
                  <a:cubicBezTo>
                    <a:pt x="-577" y="5849"/>
                    <a:pt x="-323" y="2801"/>
                    <a:pt x="1582" y="1150"/>
                  </a:cubicBezTo>
                  <a:cubicBezTo>
                    <a:pt x="3487" y="-501"/>
                    <a:pt x="6535" y="-374"/>
                    <a:pt x="8186" y="153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95692" y="311127"/>
              <a:ext cx="27909" cy="23860"/>
            </a:xfrm>
            <a:custGeom>
              <a:avLst/>
              <a:gdLst/>
              <a:ahLst/>
              <a:cxnLst/>
              <a:rect r="r" b="b" t="t" l="l"/>
              <a:pathLst>
                <a:path h="23860" w="27909">
                  <a:moveTo>
                    <a:pt x="27777" y="4214"/>
                  </a:moveTo>
                  <a:cubicBezTo>
                    <a:pt x="28539" y="10945"/>
                    <a:pt x="25999" y="16533"/>
                    <a:pt x="20411" y="20470"/>
                  </a:cubicBezTo>
                  <a:cubicBezTo>
                    <a:pt x="14823" y="24407"/>
                    <a:pt x="8727" y="24915"/>
                    <a:pt x="2631" y="21994"/>
                  </a:cubicBezTo>
                  <a:cubicBezTo>
                    <a:pt x="345" y="20851"/>
                    <a:pt x="-671" y="18057"/>
                    <a:pt x="472" y="15644"/>
                  </a:cubicBezTo>
                  <a:cubicBezTo>
                    <a:pt x="1615" y="13231"/>
                    <a:pt x="4409" y="12342"/>
                    <a:pt x="6822" y="13485"/>
                  </a:cubicBezTo>
                  <a:cubicBezTo>
                    <a:pt x="9870" y="14882"/>
                    <a:pt x="12410" y="14755"/>
                    <a:pt x="15077" y="12850"/>
                  </a:cubicBezTo>
                  <a:lnTo>
                    <a:pt x="17744" y="16660"/>
                  </a:lnTo>
                  <a:lnTo>
                    <a:pt x="15077" y="12850"/>
                  </a:lnTo>
                  <a:cubicBezTo>
                    <a:pt x="17871" y="10945"/>
                    <a:pt x="18887" y="8532"/>
                    <a:pt x="18506" y="5230"/>
                  </a:cubicBezTo>
                  <a:cubicBezTo>
                    <a:pt x="18252" y="2690"/>
                    <a:pt x="20157" y="277"/>
                    <a:pt x="22697" y="23"/>
                  </a:cubicBezTo>
                  <a:cubicBezTo>
                    <a:pt x="25237" y="-231"/>
                    <a:pt x="27650" y="1674"/>
                    <a:pt x="27904" y="421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65950" y="292289"/>
              <a:ext cx="37060" cy="39373"/>
            </a:xfrm>
            <a:custGeom>
              <a:avLst/>
              <a:gdLst/>
              <a:ahLst/>
              <a:cxnLst/>
              <a:rect r="r" b="b" t="t" l="l"/>
              <a:pathLst>
                <a:path h="39373" w="37060">
                  <a:moveTo>
                    <a:pt x="8116" y="1462"/>
                  </a:moveTo>
                  <a:lnTo>
                    <a:pt x="35802" y="31561"/>
                  </a:lnTo>
                  <a:cubicBezTo>
                    <a:pt x="37580" y="33466"/>
                    <a:pt x="37453" y="36514"/>
                    <a:pt x="35548" y="38165"/>
                  </a:cubicBezTo>
                  <a:cubicBezTo>
                    <a:pt x="33643" y="39816"/>
                    <a:pt x="30595" y="39816"/>
                    <a:pt x="28944" y="37911"/>
                  </a:cubicBezTo>
                  <a:lnTo>
                    <a:pt x="1258" y="7812"/>
                  </a:lnTo>
                  <a:cubicBezTo>
                    <a:pt x="-520" y="5907"/>
                    <a:pt x="-393" y="2859"/>
                    <a:pt x="1512" y="1208"/>
                  </a:cubicBezTo>
                  <a:cubicBezTo>
                    <a:pt x="3417" y="-443"/>
                    <a:pt x="6465" y="-443"/>
                    <a:pt x="8116" y="1462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70984" y="324208"/>
              <a:ext cx="31530" cy="22787"/>
            </a:xfrm>
            <a:custGeom>
              <a:avLst/>
              <a:gdLst/>
              <a:ahLst/>
              <a:cxnLst/>
              <a:rect r="r" b="b" t="t" l="l"/>
              <a:pathLst>
                <a:path h="22787" w="31530">
                  <a:moveTo>
                    <a:pt x="31403" y="4087"/>
                  </a:moveTo>
                  <a:cubicBezTo>
                    <a:pt x="31784" y="7897"/>
                    <a:pt x="30895" y="11453"/>
                    <a:pt x="28990" y="14628"/>
                  </a:cubicBezTo>
                  <a:cubicBezTo>
                    <a:pt x="26958" y="17803"/>
                    <a:pt x="24164" y="20216"/>
                    <a:pt x="20608" y="21613"/>
                  </a:cubicBezTo>
                  <a:cubicBezTo>
                    <a:pt x="17052" y="23010"/>
                    <a:pt x="13369" y="23137"/>
                    <a:pt x="9813" y="22121"/>
                  </a:cubicBezTo>
                  <a:cubicBezTo>
                    <a:pt x="6130" y="21105"/>
                    <a:pt x="3209" y="18946"/>
                    <a:pt x="923" y="15898"/>
                  </a:cubicBezTo>
                  <a:cubicBezTo>
                    <a:pt x="-601" y="13866"/>
                    <a:pt x="-220" y="10818"/>
                    <a:pt x="1939" y="9294"/>
                  </a:cubicBezTo>
                  <a:cubicBezTo>
                    <a:pt x="4098" y="7770"/>
                    <a:pt x="7019" y="8151"/>
                    <a:pt x="8543" y="10310"/>
                  </a:cubicBezTo>
                  <a:cubicBezTo>
                    <a:pt x="9559" y="11707"/>
                    <a:pt x="10829" y="12596"/>
                    <a:pt x="12480" y="13104"/>
                  </a:cubicBezTo>
                  <a:lnTo>
                    <a:pt x="11210" y="17676"/>
                  </a:lnTo>
                  <a:lnTo>
                    <a:pt x="12480" y="13104"/>
                  </a:lnTo>
                  <a:cubicBezTo>
                    <a:pt x="14131" y="13612"/>
                    <a:pt x="15655" y="13485"/>
                    <a:pt x="17306" y="12850"/>
                  </a:cubicBezTo>
                  <a:lnTo>
                    <a:pt x="18957" y="17295"/>
                  </a:lnTo>
                  <a:lnTo>
                    <a:pt x="17306" y="12850"/>
                  </a:lnTo>
                  <a:cubicBezTo>
                    <a:pt x="18957" y="12215"/>
                    <a:pt x="20100" y="11199"/>
                    <a:pt x="20989" y="9802"/>
                  </a:cubicBezTo>
                  <a:lnTo>
                    <a:pt x="25053" y="12215"/>
                  </a:lnTo>
                  <a:lnTo>
                    <a:pt x="20989" y="9802"/>
                  </a:lnTo>
                  <a:cubicBezTo>
                    <a:pt x="21878" y="8278"/>
                    <a:pt x="22259" y="6754"/>
                    <a:pt x="22132" y="5103"/>
                  </a:cubicBezTo>
                  <a:cubicBezTo>
                    <a:pt x="21878" y="2563"/>
                    <a:pt x="23783" y="277"/>
                    <a:pt x="26450" y="23"/>
                  </a:cubicBezTo>
                  <a:cubicBezTo>
                    <a:pt x="29117" y="-231"/>
                    <a:pt x="31276" y="1674"/>
                    <a:pt x="31530" y="434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47013" y="307719"/>
              <a:ext cx="31880" cy="33023"/>
            </a:xfrm>
            <a:custGeom>
              <a:avLst/>
              <a:gdLst/>
              <a:ahLst/>
              <a:cxnLst/>
              <a:rect r="r" b="b" t="t" l="l"/>
              <a:pathLst>
                <a:path h="33023" w="31880">
                  <a:moveTo>
                    <a:pt x="8003" y="1399"/>
                  </a:moveTo>
                  <a:lnTo>
                    <a:pt x="30609" y="25148"/>
                  </a:lnTo>
                  <a:cubicBezTo>
                    <a:pt x="32387" y="27053"/>
                    <a:pt x="32260" y="29974"/>
                    <a:pt x="30482" y="31752"/>
                  </a:cubicBezTo>
                  <a:cubicBezTo>
                    <a:pt x="28704" y="33530"/>
                    <a:pt x="25656" y="33403"/>
                    <a:pt x="23878" y="31625"/>
                  </a:cubicBezTo>
                  <a:lnTo>
                    <a:pt x="1272" y="7876"/>
                  </a:lnTo>
                  <a:cubicBezTo>
                    <a:pt x="-506" y="5971"/>
                    <a:pt x="-379" y="3050"/>
                    <a:pt x="1399" y="1272"/>
                  </a:cubicBezTo>
                  <a:cubicBezTo>
                    <a:pt x="3177" y="-506"/>
                    <a:pt x="6225" y="-379"/>
                    <a:pt x="8003" y="139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47345" y="220218"/>
              <a:ext cx="38100" cy="9398"/>
            </a:xfrm>
            <a:custGeom>
              <a:avLst/>
              <a:gdLst/>
              <a:ahLst/>
              <a:cxnLst/>
              <a:rect r="r" b="b" t="t" l="l"/>
              <a:pathLst>
                <a:path h="9398" w="38100">
                  <a:moveTo>
                    <a:pt x="33401" y="9398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33401" y="0"/>
                  </a:lnTo>
                  <a:cubicBezTo>
                    <a:pt x="35941" y="0"/>
                    <a:pt x="38100" y="2159"/>
                    <a:pt x="38100" y="4699"/>
                  </a:cubicBezTo>
                  <a:cubicBezTo>
                    <a:pt x="38100" y="7239"/>
                    <a:pt x="35941" y="9398"/>
                    <a:pt x="33401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32740" y="299593"/>
              <a:ext cx="20701" cy="9525"/>
            </a:xfrm>
            <a:custGeom>
              <a:avLst/>
              <a:gdLst/>
              <a:ahLst/>
              <a:cxnLst/>
              <a:rect r="r" b="b" t="t" l="l"/>
              <a:pathLst>
                <a:path h="9525" w="20701">
                  <a:moveTo>
                    <a:pt x="16002" y="9525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16002" y="127"/>
                  </a:lnTo>
                  <a:cubicBezTo>
                    <a:pt x="18542" y="127"/>
                    <a:pt x="20701" y="2286"/>
                    <a:pt x="20701" y="4826"/>
                  </a:cubicBezTo>
                  <a:cubicBezTo>
                    <a:pt x="20701" y="7366"/>
                    <a:pt x="18542" y="9525"/>
                    <a:pt x="16002" y="9525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62187" y="194056"/>
              <a:ext cx="63458" cy="19245"/>
            </a:xfrm>
            <a:custGeom>
              <a:avLst/>
              <a:gdLst/>
              <a:ahLst/>
              <a:cxnLst/>
              <a:rect r="r" b="b" t="t" l="l"/>
              <a:pathLst>
                <a:path h="19245" w="63458">
                  <a:moveTo>
                    <a:pt x="56075" y="17653"/>
                  </a:moveTo>
                  <a:cubicBezTo>
                    <a:pt x="52646" y="14986"/>
                    <a:pt x="48836" y="12827"/>
                    <a:pt x="44645" y="11430"/>
                  </a:cubicBezTo>
                  <a:cubicBezTo>
                    <a:pt x="40454" y="10033"/>
                    <a:pt x="36263" y="9398"/>
                    <a:pt x="31818" y="9398"/>
                  </a:cubicBezTo>
                  <a:lnTo>
                    <a:pt x="31818" y="4699"/>
                  </a:lnTo>
                  <a:lnTo>
                    <a:pt x="31818" y="9398"/>
                  </a:lnTo>
                  <a:cubicBezTo>
                    <a:pt x="27373" y="9398"/>
                    <a:pt x="23182" y="10287"/>
                    <a:pt x="18991" y="11684"/>
                  </a:cubicBezTo>
                  <a:lnTo>
                    <a:pt x="17340" y="7239"/>
                  </a:lnTo>
                  <a:lnTo>
                    <a:pt x="18991" y="11684"/>
                  </a:lnTo>
                  <a:cubicBezTo>
                    <a:pt x="14927" y="13208"/>
                    <a:pt x="11117" y="15367"/>
                    <a:pt x="7688" y="18161"/>
                  </a:cubicBezTo>
                  <a:cubicBezTo>
                    <a:pt x="5656" y="19812"/>
                    <a:pt x="2735" y="19558"/>
                    <a:pt x="1084" y="17526"/>
                  </a:cubicBezTo>
                  <a:cubicBezTo>
                    <a:pt x="-567" y="15494"/>
                    <a:pt x="-313" y="12573"/>
                    <a:pt x="1719" y="10922"/>
                  </a:cubicBezTo>
                  <a:cubicBezTo>
                    <a:pt x="5910" y="7493"/>
                    <a:pt x="10609" y="4826"/>
                    <a:pt x="15689" y="2921"/>
                  </a:cubicBezTo>
                  <a:cubicBezTo>
                    <a:pt x="20769" y="1016"/>
                    <a:pt x="26103" y="127"/>
                    <a:pt x="31564" y="0"/>
                  </a:cubicBezTo>
                  <a:cubicBezTo>
                    <a:pt x="37025" y="0"/>
                    <a:pt x="42359" y="762"/>
                    <a:pt x="47439" y="2540"/>
                  </a:cubicBezTo>
                  <a:lnTo>
                    <a:pt x="45915" y="6985"/>
                  </a:lnTo>
                  <a:lnTo>
                    <a:pt x="47439" y="2540"/>
                  </a:lnTo>
                  <a:cubicBezTo>
                    <a:pt x="52646" y="4318"/>
                    <a:pt x="57345" y="6858"/>
                    <a:pt x="61663" y="10287"/>
                  </a:cubicBezTo>
                  <a:cubicBezTo>
                    <a:pt x="63695" y="11938"/>
                    <a:pt x="64076" y="14859"/>
                    <a:pt x="62425" y="16891"/>
                  </a:cubicBezTo>
                  <a:cubicBezTo>
                    <a:pt x="60774" y="18923"/>
                    <a:pt x="57853" y="19304"/>
                    <a:pt x="55821" y="17653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35343" y="204990"/>
              <a:ext cx="34393" cy="32615"/>
            </a:xfrm>
            <a:custGeom>
              <a:avLst/>
              <a:gdLst/>
              <a:ahLst/>
              <a:cxnLst/>
              <a:rect r="r" b="b" t="t" l="l"/>
              <a:pathLst>
                <a:path h="32615" w="34393">
                  <a:moveTo>
                    <a:pt x="1512" y="24499"/>
                  </a:moveTo>
                  <a:lnTo>
                    <a:pt x="26531" y="1258"/>
                  </a:lnTo>
                  <a:cubicBezTo>
                    <a:pt x="28436" y="-520"/>
                    <a:pt x="31357" y="-393"/>
                    <a:pt x="33135" y="1512"/>
                  </a:cubicBezTo>
                  <a:cubicBezTo>
                    <a:pt x="34913" y="3417"/>
                    <a:pt x="34786" y="6338"/>
                    <a:pt x="32881" y="8116"/>
                  </a:cubicBezTo>
                  <a:lnTo>
                    <a:pt x="7862" y="31357"/>
                  </a:lnTo>
                  <a:cubicBezTo>
                    <a:pt x="5957" y="33135"/>
                    <a:pt x="3036" y="33008"/>
                    <a:pt x="1258" y="31103"/>
                  </a:cubicBezTo>
                  <a:cubicBezTo>
                    <a:pt x="-520" y="29198"/>
                    <a:pt x="-393" y="26277"/>
                    <a:pt x="1512" y="2449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77056" y="230371"/>
              <a:ext cx="52313" cy="57926"/>
            </a:xfrm>
            <a:custGeom>
              <a:avLst/>
              <a:gdLst/>
              <a:ahLst/>
              <a:cxnLst/>
              <a:rect r="r" b="b" t="t" l="l"/>
              <a:pathLst>
                <a:path h="57926" w="52313">
                  <a:moveTo>
                    <a:pt x="44127" y="56395"/>
                  </a:moveTo>
                  <a:lnTo>
                    <a:pt x="1201" y="7754"/>
                  </a:lnTo>
                  <a:cubicBezTo>
                    <a:pt x="-577" y="5849"/>
                    <a:pt x="-323" y="2801"/>
                    <a:pt x="1582" y="1150"/>
                  </a:cubicBezTo>
                  <a:cubicBezTo>
                    <a:pt x="3487" y="-501"/>
                    <a:pt x="6535" y="-374"/>
                    <a:pt x="8186" y="1531"/>
                  </a:cubicBezTo>
                  <a:lnTo>
                    <a:pt x="51112" y="50172"/>
                  </a:lnTo>
                  <a:cubicBezTo>
                    <a:pt x="52890" y="52077"/>
                    <a:pt x="52636" y="55125"/>
                    <a:pt x="50731" y="56776"/>
                  </a:cubicBezTo>
                  <a:cubicBezTo>
                    <a:pt x="48826" y="58427"/>
                    <a:pt x="45778" y="58300"/>
                    <a:pt x="44127" y="56395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96310" y="292369"/>
              <a:ext cx="53150" cy="52547"/>
            </a:xfrm>
            <a:custGeom>
              <a:avLst/>
              <a:gdLst/>
              <a:ahLst/>
              <a:cxnLst/>
              <a:rect r="r" b="b" t="t" l="l"/>
              <a:pathLst>
                <a:path h="52547" w="53150">
                  <a:moveTo>
                    <a:pt x="45117" y="51166"/>
                  </a:moveTo>
                  <a:lnTo>
                    <a:pt x="1429" y="7986"/>
                  </a:lnTo>
                  <a:cubicBezTo>
                    <a:pt x="-476" y="6208"/>
                    <a:pt x="-476" y="3160"/>
                    <a:pt x="1429" y="1382"/>
                  </a:cubicBezTo>
                  <a:cubicBezTo>
                    <a:pt x="3334" y="-396"/>
                    <a:pt x="6255" y="-523"/>
                    <a:pt x="8033" y="1382"/>
                  </a:cubicBezTo>
                  <a:lnTo>
                    <a:pt x="51721" y="44562"/>
                  </a:lnTo>
                  <a:cubicBezTo>
                    <a:pt x="53626" y="46340"/>
                    <a:pt x="53626" y="49388"/>
                    <a:pt x="51721" y="51166"/>
                  </a:cubicBezTo>
                  <a:cubicBezTo>
                    <a:pt x="49816" y="52944"/>
                    <a:pt x="46895" y="53071"/>
                    <a:pt x="45117" y="5116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480047" y="4956172"/>
            <a:ext cx="555622" cy="984247"/>
            <a:chOff x="0" y="0"/>
            <a:chExt cx="555625" cy="9842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06375" y="158750"/>
              <a:ext cx="142748" cy="761872"/>
            </a:xfrm>
            <a:custGeom>
              <a:avLst/>
              <a:gdLst/>
              <a:ahLst/>
              <a:cxnLst/>
              <a:rect r="r" b="b" t="t" l="l"/>
              <a:pathLst>
                <a:path h="761872" w="142748">
                  <a:moveTo>
                    <a:pt x="0" y="744219"/>
                  </a:moveTo>
                  <a:lnTo>
                    <a:pt x="0" y="17653"/>
                  </a:lnTo>
                  <a:cubicBezTo>
                    <a:pt x="0" y="15367"/>
                    <a:pt x="508" y="13081"/>
                    <a:pt x="1397" y="10922"/>
                  </a:cubicBezTo>
                  <a:cubicBezTo>
                    <a:pt x="2286" y="8763"/>
                    <a:pt x="3556" y="6858"/>
                    <a:pt x="5207" y="5207"/>
                  </a:cubicBezTo>
                  <a:cubicBezTo>
                    <a:pt x="6858" y="3556"/>
                    <a:pt x="8763" y="2286"/>
                    <a:pt x="10922" y="1397"/>
                  </a:cubicBezTo>
                  <a:cubicBezTo>
                    <a:pt x="13081" y="508"/>
                    <a:pt x="15367" y="0"/>
                    <a:pt x="17653" y="0"/>
                  </a:cubicBezTo>
                  <a:lnTo>
                    <a:pt x="125095" y="0"/>
                  </a:lnTo>
                  <a:cubicBezTo>
                    <a:pt x="127381" y="0"/>
                    <a:pt x="129667" y="381"/>
                    <a:pt x="131826" y="1397"/>
                  </a:cubicBezTo>
                  <a:cubicBezTo>
                    <a:pt x="133985" y="2413"/>
                    <a:pt x="135890" y="3556"/>
                    <a:pt x="137541" y="5207"/>
                  </a:cubicBezTo>
                  <a:cubicBezTo>
                    <a:pt x="139192" y="6858"/>
                    <a:pt x="140462" y="8763"/>
                    <a:pt x="141351" y="10922"/>
                  </a:cubicBezTo>
                  <a:cubicBezTo>
                    <a:pt x="142240" y="13081"/>
                    <a:pt x="142748" y="15367"/>
                    <a:pt x="142748" y="17653"/>
                  </a:cubicBezTo>
                  <a:lnTo>
                    <a:pt x="142748" y="744219"/>
                  </a:lnTo>
                  <a:cubicBezTo>
                    <a:pt x="142748" y="746505"/>
                    <a:pt x="142240" y="748791"/>
                    <a:pt x="141351" y="750950"/>
                  </a:cubicBezTo>
                  <a:cubicBezTo>
                    <a:pt x="140462" y="753109"/>
                    <a:pt x="139192" y="755014"/>
                    <a:pt x="137541" y="756665"/>
                  </a:cubicBezTo>
                  <a:cubicBezTo>
                    <a:pt x="135890" y="758316"/>
                    <a:pt x="133985" y="759586"/>
                    <a:pt x="131826" y="760475"/>
                  </a:cubicBezTo>
                  <a:cubicBezTo>
                    <a:pt x="129667" y="761364"/>
                    <a:pt x="127381" y="761872"/>
                    <a:pt x="125095" y="761872"/>
                  </a:cubicBezTo>
                  <a:lnTo>
                    <a:pt x="17780" y="761872"/>
                  </a:lnTo>
                  <a:cubicBezTo>
                    <a:pt x="15494" y="761872"/>
                    <a:pt x="13208" y="761364"/>
                    <a:pt x="11049" y="760475"/>
                  </a:cubicBezTo>
                  <a:cubicBezTo>
                    <a:pt x="8890" y="759586"/>
                    <a:pt x="6985" y="758316"/>
                    <a:pt x="5334" y="756665"/>
                  </a:cubicBezTo>
                  <a:cubicBezTo>
                    <a:pt x="3683" y="755014"/>
                    <a:pt x="2413" y="753109"/>
                    <a:pt x="1524" y="750950"/>
                  </a:cubicBezTo>
                  <a:cubicBezTo>
                    <a:pt x="635" y="748791"/>
                    <a:pt x="127" y="746505"/>
                    <a:pt x="127" y="744219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63500" y="63500"/>
              <a:ext cx="428498" cy="418845"/>
            </a:xfrm>
            <a:custGeom>
              <a:avLst/>
              <a:gdLst/>
              <a:ahLst/>
              <a:cxnLst/>
              <a:rect r="r" b="b" t="t" l="l"/>
              <a:pathLst>
                <a:path h="418845" w="428498">
                  <a:moveTo>
                    <a:pt x="0" y="209550"/>
                  </a:moveTo>
                  <a:cubicBezTo>
                    <a:pt x="0" y="202692"/>
                    <a:pt x="381" y="195834"/>
                    <a:pt x="1016" y="188976"/>
                  </a:cubicBezTo>
                  <a:cubicBezTo>
                    <a:pt x="1651" y="182118"/>
                    <a:pt x="2667" y="175387"/>
                    <a:pt x="4064" y="168656"/>
                  </a:cubicBezTo>
                  <a:cubicBezTo>
                    <a:pt x="5461" y="161925"/>
                    <a:pt x="7112" y="155321"/>
                    <a:pt x="9017" y="148717"/>
                  </a:cubicBezTo>
                  <a:cubicBezTo>
                    <a:pt x="10922" y="142113"/>
                    <a:pt x="13335" y="135636"/>
                    <a:pt x="16002" y="129413"/>
                  </a:cubicBezTo>
                  <a:cubicBezTo>
                    <a:pt x="18669" y="123190"/>
                    <a:pt x="21590" y="116840"/>
                    <a:pt x="24765" y="110871"/>
                  </a:cubicBezTo>
                  <a:cubicBezTo>
                    <a:pt x="27940" y="104902"/>
                    <a:pt x="31496" y="98933"/>
                    <a:pt x="35306" y="93218"/>
                  </a:cubicBezTo>
                  <a:cubicBezTo>
                    <a:pt x="39116" y="87503"/>
                    <a:pt x="43180" y="82042"/>
                    <a:pt x="47498" y="76708"/>
                  </a:cubicBezTo>
                  <a:cubicBezTo>
                    <a:pt x="51816" y="71374"/>
                    <a:pt x="56515" y="66294"/>
                    <a:pt x="61341" y="61468"/>
                  </a:cubicBezTo>
                  <a:cubicBezTo>
                    <a:pt x="66167" y="56642"/>
                    <a:pt x="71247" y="52070"/>
                    <a:pt x="76581" y="47625"/>
                  </a:cubicBezTo>
                  <a:cubicBezTo>
                    <a:pt x="81915" y="43180"/>
                    <a:pt x="87376" y="39243"/>
                    <a:pt x="93091" y="35433"/>
                  </a:cubicBezTo>
                  <a:cubicBezTo>
                    <a:pt x="98806" y="31623"/>
                    <a:pt x="104648" y="28067"/>
                    <a:pt x="110744" y="24892"/>
                  </a:cubicBezTo>
                  <a:cubicBezTo>
                    <a:pt x="116840" y="21717"/>
                    <a:pt x="122936" y="18669"/>
                    <a:pt x="129286" y="16129"/>
                  </a:cubicBezTo>
                  <a:cubicBezTo>
                    <a:pt x="135636" y="13589"/>
                    <a:pt x="142113" y="11176"/>
                    <a:pt x="148590" y="9144"/>
                  </a:cubicBezTo>
                  <a:cubicBezTo>
                    <a:pt x="155067" y="7112"/>
                    <a:pt x="161798" y="5461"/>
                    <a:pt x="168529" y="4191"/>
                  </a:cubicBezTo>
                  <a:cubicBezTo>
                    <a:pt x="175260" y="2921"/>
                    <a:pt x="181991" y="1905"/>
                    <a:pt x="188849" y="1143"/>
                  </a:cubicBezTo>
                  <a:cubicBezTo>
                    <a:pt x="195707" y="381"/>
                    <a:pt x="202692" y="0"/>
                    <a:pt x="209550" y="0"/>
                  </a:cubicBezTo>
                  <a:lnTo>
                    <a:pt x="219075" y="0"/>
                  </a:lnTo>
                  <a:cubicBezTo>
                    <a:pt x="225933" y="0"/>
                    <a:pt x="232791" y="381"/>
                    <a:pt x="239649" y="1016"/>
                  </a:cubicBezTo>
                  <a:cubicBezTo>
                    <a:pt x="246507" y="1651"/>
                    <a:pt x="253238" y="2667"/>
                    <a:pt x="259969" y="4064"/>
                  </a:cubicBezTo>
                  <a:cubicBezTo>
                    <a:pt x="266700" y="5461"/>
                    <a:pt x="273304" y="7112"/>
                    <a:pt x="279908" y="9017"/>
                  </a:cubicBezTo>
                  <a:cubicBezTo>
                    <a:pt x="286512" y="10922"/>
                    <a:pt x="292862" y="13335"/>
                    <a:pt x="299212" y="16002"/>
                  </a:cubicBezTo>
                  <a:cubicBezTo>
                    <a:pt x="305562" y="18669"/>
                    <a:pt x="311785" y="21590"/>
                    <a:pt x="317754" y="24765"/>
                  </a:cubicBezTo>
                  <a:cubicBezTo>
                    <a:pt x="323723" y="27940"/>
                    <a:pt x="329692" y="31496"/>
                    <a:pt x="335407" y="35306"/>
                  </a:cubicBezTo>
                  <a:cubicBezTo>
                    <a:pt x="341122" y="39116"/>
                    <a:pt x="346583" y="43180"/>
                    <a:pt x="351917" y="47498"/>
                  </a:cubicBezTo>
                  <a:cubicBezTo>
                    <a:pt x="357251" y="51816"/>
                    <a:pt x="362331" y="56515"/>
                    <a:pt x="367157" y="61341"/>
                  </a:cubicBezTo>
                  <a:cubicBezTo>
                    <a:pt x="371983" y="66167"/>
                    <a:pt x="376682" y="71247"/>
                    <a:pt x="381000" y="76581"/>
                  </a:cubicBezTo>
                  <a:cubicBezTo>
                    <a:pt x="385318" y="81915"/>
                    <a:pt x="389382" y="87376"/>
                    <a:pt x="393192" y="93091"/>
                  </a:cubicBezTo>
                  <a:cubicBezTo>
                    <a:pt x="397002" y="98806"/>
                    <a:pt x="400558" y="104648"/>
                    <a:pt x="403733" y="110744"/>
                  </a:cubicBezTo>
                  <a:cubicBezTo>
                    <a:pt x="406908" y="116840"/>
                    <a:pt x="409956" y="122936"/>
                    <a:pt x="412496" y="129286"/>
                  </a:cubicBezTo>
                  <a:cubicBezTo>
                    <a:pt x="415036" y="135636"/>
                    <a:pt x="417449" y="142113"/>
                    <a:pt x="419481" y="148590"/>
                  </a:cubicBezTo>
                  <a:cubicBezTo>
                    <a:pt x="421513" y="155067"/>
                    <a:pt x="423164" y="161798"/>
                    <a:pt x="424434" y="168529"/>
                  </a:cubicBezTo>
                  <a:cubicBezTo>
                    <a:pt x="425704" y="175260"/>
                    <a:pt x="426720" y="181991"/>
                    <a:pt x="427482" y="188849"/>
                  </a:cubicBezTo>
                  <a:cubicBezTo>
                    <a:pt x="428244" y="195707"/>
                    <a:pt x="428498" y="202565"/>
                    <a:pt x="428498" y="209423"/>
                  </a:cubicBezTo>
                  <a:cubicBezTo>
                    <a:pt x="428498" y="216281"/>
                    <a:pt x="428117" y="223139"/>
                    <a:pt x="427482" y="229997"/>
                  </a:cubicBezTo>
                  <a:cubicBezTo>
                    <a:pt x="426847" y="236855"/>
                    <a:pt x="425831" y="243586"/>
                    <a:pt x="424434" y="250317"/>
                  </a:cubicBezTo>
                  <a:cubicBezTo>
                    <a:pt x="423037" y="257048"/>
                    <a:pt x="421386" y="263652"/>
                    <a:pt x="419481" y="270256"/>
                  </a:cubicBezTo>
                  <a:cubicBezTo>
                    <a:pt x="417576" y="276860"/>
                    <a:pt x="415163" y="283337"/>
                    <a:pt x="412496" y="289560"/>
                  </a:cubicBezTo>
                  <a:cubicBezTo>
                    <a:pt x="409829" y="295783"/>
                    <a:pt x="406908" y="302133"/>
                    <a:pt x="403733" y="308102"/>
                  </a:cubicBezTo>
                  <a:cubicBezTo>
                    <a:pt x="400558" y="314071"/>
                    <a:pt x="397002" y="320040"/>
                    <a:pt x="393192" y="325755"/>
                  </a:cubicBezTo>
                  <a:cubicBezTo>
                    <a:pt x="389382" y="331470"/>
                    <a:pt x="385318" y="336931"/>
                    <a:pt x="381000" y="342265"/>
                  </a:cubicBezTo>
                  <a:cubicBezTo>
                    <a:pt x="376682" y="347599"/>
                    <a:pt x="371983" y="352678"/>
                    <a:pt x="367157" y="357504"/>
                  </a:cubicBezTo>
                  <a:cubicBezTo>
                    <a:pt x="362331" y="362330"/>
                    <a:pt x="357251" y="366902"/>
                    <a:pt x="351917" y="371347"/>
                  </a:cubicBezTo>
                  <a:cubicBezTo>
                    <a:pt x="346583" y="375792"/>
                    <a:pt x="341122" y="379729"/>
                    <a:pt x="335407" y="383539"/>
                  </a:cubicBezTo>
                  <a:cubicBezTo>
                    <a:pt x="329692" y="387349"/>
                    <a:pt x="323850" y="390905"/>
                    <a:pt x="317754" y="394080"/>
                  </a:cubicBezTo>
                  <a:cubicBezTo>
                    <a:pt x="311658" y="397255"/>
                    <a:pt x="305562" y="400303"/>
                    <a:pt x="299212" y="402843"/>
                  </a:cubicBezTo>
                  <a:cubicBezTo>
                    <a:pt x="292862" y="405383"/>
                    <a:pt x="286385" y="407796"/>
                    <a:pt x="279908" y="409828"/>
                  </a:cubicBezTo>
                  <a:cubicBezTo>
                    <a:pt x="273431" y="411860"/>
                    <a:pt x="266700" y="413511"/>
                    <a:pt x="259969" y="414781"/>
                  </a:cubicBezTo>
                  <a:cubicBezTo>
                    <a:pt x="253238" y="416051"/>
                    <a:pt x="246507" y="417067"/>
                    <a:pt x="239649" y="417829"/>
                  </a:cubicBezTo>
                  <a:cubicBezTo>
                    <a:pt x="232791" y="418591"/>
                    <a:pt x="225933" y="418845"/>
                    <a:pt x="219075" y="418845"/>
                  </a:cubicBezTo>
                  <a:lnTo>
                    <a:pt x="209550" y="418845"/>
                  </a:lnTo>
                  <a:cubicBezTo>
                    <a:pt x="202692" y="418845"/>
                    <a:pt x="195834" y="418464"/>
                    <a:pt x="188976" y="417829"/>
                  </a:cubicBezTo>
                  <a:cubicBezTo>
                    <a:pt x="182118" y="417194"/>
                    <a:pt x="175387" y="416178"/>
                    <a:pt x="168656" y="414781"/>
                  </a:cubicBezTo>
                  <a:cubicBezTo>
                    <a:pt x="161925" y="413384"/>
                    <a:pt x="155321" y="411733"/>
                    <a:pt x="148717" y="409828"/>
                  </a:cubicBezTo>
                  <a:cubicBezTo>
                    <a:pt x="142113" y="407923"/>
                    <a:pt x="135763" y="405510"/>
                    <a:pt x="129413" y="402843"/>
                  </a:cubicBezTo>
                  <a:cubicBezTo>
                    <a:pt x="123063" y="400176"/>
                    <a:pt x="116840" y="397255"/>
                    <a:pt x="110871" y="394080"/>
                  </a:cubicBezTo>
                  <a:cubicBezTo>
                    <a:pt x="104902" y="390905"/>
                    <a:pt x="98933" y="387349"/>
                    <a:pt x="93218" y="383539"/>
                  </a:cubicBezTo>
                  <a:cubicBezTo>
                    <a:pt x="87503" y="379729"/>
                    <a:pt x="82042" y="375665"/>
                    <a:pt x="76708" y="371347"/>
                  </a:cubicBezTo>
                  <a:cubicBezTo>
                    <a:pt x="71374" y="367029"/>
                    <a:pt x="66294" y="362330"/>
                    <a:pt x="61468" y="357504"/>
                  </a:cubicBezTo>
                  <a:cubicBezTo>
                    <a:pt x="56642" y="352678"/>
                    <a:pt x="51943" y="347599"/>
                    <a:pt x="47625" y="342265"/>
                  </a:cubicBezTo>
                  <a:cubicBezTo>
                    <a:pt x="43307" y="336931"/>
                    <a:pt x="39243" y="331470"/>
                    <a:pt x="35433" y="325755"/>
                  </a:cubicBezTo>
                  <a:cubicBezTo>
                    <a:pt x="31623" y="320040"/>
                    <a:pt x="28067" y="314198"/>
                    <a:pt x="24892" y="308102"/>
                  </a:cubicBezTo>
                  <a:cubicBezTo>
                    <a:pt x="21717" y="302006"/>
                    <a:pt x="18669" y="295910"/>
                    <a:pt x="16129" y="289560"/>
                  </a:cubicBezTo>
                  <a:cubicBezTo>
                    <a:pt x="13589" y="283210"/>
                    <a:pt x="11176" y="276733"/>
                    <a:pt x="9144" y="270256"/>
                  </a:cubicBezTo>
                  <a:cubicBezTo>
                    <a:pt x="7112" y="263779"/>
                    <a:pt x="5461" y="257048"/>
                    <a:pt x="4191" y="250317"/>
                  </a:cubicBezTo>
                  <a:cubicBezTo>
                    <a:pt x="2921" y="243586"/>
                    <a:pt x="1905" y="236855"/>
                    <a:pt x="1143" y="229997"/>
                  </a:cubicBezTo>
                  <a:cubicBezTo>
                    <a:pt x="381" y="223139"/>
                    <a:pt x="0" y="216408"/>
                    <a:pt x="0" y="209550"/>
                  </a:cubicBezTo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86258" y="214757"/>
              <a:ext cx="47706" cy="35514"/>
            </a:xfrm>
            <a:custGeom>
              <a:avLst/>
              <a:gdLst/>
              <a:ahLst/>
              <a:cxnLst/>
              <a:rect r="r" b="b" t="t" l="l"/>
              <a:pathLst>
                <a:path h="35514" w="47706">
                  <a:moveTo>
                    <a:pt x="38481" y="32131"/>
                  </a:moveTo>
                  <a:cubicBezTo>
                    <a:pt x="36195" y="24511"/>
                    <a:pt x="35179" y="22352"/>
                    <a:pt x="34163" y="20447"/>
                  </a:cubicBezTo>
                  <a:lnTo>
                    <a:pt x="38227" y="18161"/>
                  </a:lnTo>
                  <a:lnTo>
                    <a:pt x="34417" y="20828"/>
                  </a:lnTo>
                  <a:cubicBezTo>
                    <a:pt x="32639" y="18288"/>
                    <a:pt x="30988" y="16383"/>
                    <a:pt x="28956" y="14478"/>
                  </a:cubicBezTo>
                  <a:lnTo>
                    <a:pt x="32131" y="11049"/>
                  </a:lnTo>
                  <a:lnTo>
                    <a:pt x="29337" y="14859"/>
                  </a:lnTo>
                  <a:cubicBezTo>
                    <a:pt x="27051" y="13081"/>
                    <a:pt x="24892" y="11811"/>
                    <a:pt x="22987" y="10922"/>
                  </a:cubicBezTo>
                  <a:lnTo>
                    <a:pt x="25019" y="6731"/>
                  </a:lnTo>
                  <a:lnTo>
                    <a:pt x="23495" y="11176"/>
                  </a:lnTo>
                  <a:cubicBezTo>
                    <a:pt x="21336" y="10414"/>
                    <a:pt x="19685" y="10033"/>
                    <a:pt x="14732" y="9398"/>
                  </a:cubicBezTo>
                  <a:lnTo>
                    <a:pt x="15240" y="4699"/>
                  </a:lnTo>
                  <a:lnTo>
                    <a:pt x="15240" y="9398"/>
                  </a:ln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15240" y="0"/>
                  </a:lnTo>
                  <a:cubicBezTo>
                    <a:pt x="15367" y="0"/>
                    <a:pt x="15621" y="0"/>
                    <a:pt x="15748" y="0"/>
                  </a:cubicBezTo>
                  <a:cubicBezTo>
                    <a:pt x="21209" y="635"/>
                    <a:pt x="23495" y="1143"/>
                    <a:pt x="26670" y="2286"/>
                  </a:cubicBezTo>
                  <a:cubicBezTo>
                    <a:pt x="26797" y="2286"/>
                    <a:pt x="26924" y="2413"/>
                    <a:pt x="27051" y="2413"/>
                  </a:cubicBezTo>
                  <a:cubicBezTo>
                    <a:pt x="29591" y="3556"/>
                    <a:pt x="32258" y="5207"/>
                    <a:pt x="35052" y="7366"/>
                  </a:cubicBezTo>
                  <a:cubicBezTo>
                    <a:pt x="35179" y="7493"/>
                    <a:pt x="35306" y="7620"/>
                    <a:pt x="35433" y="7620"/>
                  </a:cubicBezTo>
                  <a:cubicBezTo>
                    <a:pt x="37973" y="10033"/>
                    <a:pt x="40005" y="12319"/>
                    <a:pt x="42164" y="15494"/>
                  </a:cubicBezTo>
                  <a:cubicBezTo>
                    <a:pt x="42291" y="15621"/>
                    <a:pt x="42291" y="15748"/>
                    <a:pt x="42418" y="15875"/>
                  </a:cubicBezTo>
                  <a:cubicBezTo>
                    <a:pt x="43942" y="18796"/>
                    <a:pt x="45212" y="21590"/>
                    <a:pt x="47498" y="29464"/>
                  </a:cubicBezTo>
                  <a:cubicBezTo>
                    <a:pt x="48260" y="32004"/>
                    <a:pt x="46863" y="34544"/>
                    <a:pt x="44323" y="35306"/>
                  </a:cubicBezTo>
                  <a:cubicBezTo>
                    <a:pt x="41783" y="36068"/>
                    <a:pt x="39243" y="34671"/>
                    <a:pt x="38481" y="32131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96373" y="175553"/>
              <a:ext cx="20144" cy="21581"/>
            </a:xfrm>
            <a:custGeom>
              <a:avLst/>
              <a:gdLst/>
              <a:ahLst/>
              <a:cxnLst/>
              <a:rect r="r" b="b" t="t" l="l"/>
              <a:pathLst>
                <a:path h="21581" w="20144">
                  <a:moveTo>
                    <a:pt x="17444" y="9105"/>
                  </a:moveTo>
                  <a:cubicBezTo>
                    <a:pt x="15666" y="9867"/>
                    <a:pt x="14396" y="10756"/>
                    <a:pt x="13253" y="11645"/>
                  </a:cubicBezTo>
                  <a:lnTo>
                    <a:pt x="10459" y="7835"/>
                  </a:lnTo>
                  <a:lnTo>
                    <a:pt x="13761" y="11264"/>
                  </a:lnTo>
                  <a:cubicBezTo>
                    <a:pt x="12491" y="12534"/>
                    <a:pt x="11602" y="13550"/>
                    <a:pt x="10459" y="15328"/>
                  </a:cubicBezTo>
                  <a:lnTo>
                    <a:pt x="6522" y="12788"/>
                  </a:lnTo>
                  <a:lnTo>
                    <a:pt x="10713" y="14820"/>
                  </a:lnTo>
                  <a:cubicBezTo>
                    <a:pt x="10205" y="15963"/>
                    <a:pt x="9570" y="17233"/>
                    <a:pt x="9189" y="18503"/>
                  </a:cubicBezTo>
                  <a:cubicBezTo>
                    <a:pt x="8300" y="20916"/>
                    <a:pt x="5633" y="22186"/>
                    <a:pt x="3093" y="21297"/>
                  </a:cubicBezTo>
                  <a:cubicBezTo>
                    <a:pt x="553" y="20408"/>
                    <a:pt x="-590" y="17741"/>
                    <a:pt x="299" y="15201"/>
                  </a:cubicBezTo>
                  <a:cubicBezTo>
                    <a:pt x="934" y="13677"/>
                    <a:pt x="1569" y="12153"/>
                    <a:pt x="2204" y="10756"/>
                  </a:cubicBezTo>
                  <a:cubicBezTo>
                    <a:pt x="2331" y="10629"/>
                    <a:pt x="2331" y="10375"/>
                    <a:pt x="2458" y="10248"/>
                  </a:cubicBezTo>
                  <a:cubicBezTo>
                    <a:pt x="3982" y="7962"/>
                    <a:pt x="5252" y="6311"/>
                    <a:pt x="7157" y="4406"/>
                  </a:cubicBezTo>
                  <a:cubicBezTo>
                    <a:pt x="7284" y="4279"/>
                    <a:pt x="7411" y="4152"/>
                    <a:pt x="7538" y="4025"/>
                  </a:cubicBezTo>
                  <a:cubicBezTo>
                    <a:pt x="9316" y="2755"/>
                    <a:pt x="11094" y="1612"/>
                    <a:pt x="13507" y="469"/>
                  </a:cubicBezTo>
                  <a:cubicBezTo>
                    <a:pt x="15920" y="-674"/>
                    <a:pt x="18714" y="342"/>
                    <a:pt x="19730" y="2755"/>
                  </a:cubicBezTo>
                  <a:cubicBezTo>
                    <a:pt x="20746" y="5168"/>
                    <a:pt x="19857" y="7962"/>
                    <a:pt x="17444" y="897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86385" y="360244"/>
              <a:ext cx="30281" cy="25074"/>
            </a:xfrm>
            <a:custGeom>
              <a:avLst/>
              <a:gdLst/>
              <a:ahLst/>
              <a:cxnLst/>
              <a:rect r="r" b="b" t="t" l="l"/>
              <a:pathLst>
                <a:path h="25074" w="30281">
                  <a:moveTo>
                    <a:pt x="30099" y="5643"/>
                  </a:moveTo>
                  <a:cubicBezTo>
                    <a:pt x="29210" y="10215"/>
                    <a:pt x="27813" y="14152"/>
                    <a:pt x="25781" y="17327"/>
                  </a:cubicBezTo>
                  <a:cubicBezTo>
                    <a:pt x="25654" y="17581"/>
                    <a:pt x="25400" y="17835"/>
                    <a:pt x="25273" y="18089"/>
                  </a:cubicBezTo>
                  <a:cubicBezTo>
                    <a:pt x="23495" y="19994"/>
                    <a:pt x="21463" y="21645"/>
                    <a:pt x="18542" y="23296"/>
                  </a:cubicBezTo>
                  <a:cubicBezTo>
                    <a:pt x="18288" y="23423"/>
                    <a:pt x="18161" y="23550"/>
                    <a:pt x="17907" y="23550"/>
                  </a:cubicBezTo>
                  <a:cubicBezTo>
                    <a:pt x="15748" y="24312"/>
                    <a:pt x="13716" y="24820"/>
                    <a:pt x="10922" y="25074"/>
                  </a:cubicBezTo>
                  <a:cubicBezTo>
                    <a:pt x="10795" y="25074"/>
                    <a:pt x="10668" y="25074"/>
                    <a:pt x="10414" y="25074"/>
                  </a:cubicBezTo>
                  <a:lnTo>
                    <a:pt x="4699" y="25074"/>
                  </a:lnTo>
                  <a:cubicBezTo>
                    <a:pt x="2159" y="25074"/>
                    <a:pt x="0" y="23042"/>
                    <a:pt x="0" y="20375"/>
                  </a:cubicBezTo>
                  <a:cubicBezTo>
                    <a:pt x="0" y="17708"/>
                    <a:pt x="2032" y="15676"/>
                    <a:pt x="4699" y="15676"/>
                  </a:cubicBezTo>
                  <a:lnTo>
                    <a:pt x="10414" y="15676"/>
                  </a:lnTo>
                  <a:lnTo>
                    <a:pt x="10414" y="20375"/>
                  </a:lnTo>
                  <a:lnTo>
                    <a:pt x="9906" y="15676"/>
                  </a:lnTo>
                  <a:cubicBezTo>
                    <a:pt x="12065" y="15422"/>
                    <a:pt x="13335" y="15168"/>
                    <a:pt x="14478" y="14660"/>
                  </a:cubicBezTo>
                  <a:lnTo>
                    <a:pt x="16129" y="19105"/>
                  </a:lnTo>
                  <a:lnTo>
                    <a:pt x="13843" y="15041"/>
                  </a:lnTo>
                  <a:cubicBezTo>
                    <a:pt x="16002" y="13771"/>
                    <a:pt x="17272" y="12755"/>
                    <a:pt x="18415" y="11612"/>
                  </a:cubicBezTo>
                  <a:lnTo>
                    <a:pt x="21844" y="14787"/>
                  </a:lnTo>
                  <a:lnTo>
                    <a:pt x="17907" y="12247"/>
                  </a:lnTo>
                  <a:cubicBezTo>
                    <a:pt x="19177" y="10342"/>
                    <a:pt x="20193" y="7421"/>
                    <a:pt x="20955" y="3865"/>
                  </a:cubicBezTo>
                  <a:cubicBezTo>
                    <a:pt x="21463" y="1325"/>
                    <a:pt x="23876" y="-326"/>
                    <a:pt x="26416" y="55"/>
                  </a:cubicBezTo>
                  <a:cubicBezTo>
                    <a:pt x="28956" y="436"/>
                    <a:pt x="30607" y="2976"/>
                    <a:pt x="30226" y="551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23088" y="357326"/>
              <a:ext cx="26981" cy="28124"/>
            </a:xfrm>
            <a:custGeom>
              <a:avLst/>
              <a:gdLst/>
              <a:ahLst/>
              <a:cxnLst/>
              <a:rect r="r" b="b" t="t" l="l"/>
              <a:pathLst>
                <a:path h="28124" w="26981">
                  <a:moveTo>
                    <a:pt x="22149" y="28119"/>
                  </a:moveTo>
                  <a:cubicBezTo>
                    <a:pt x="17704" y="27865"/>
                    <a:pt x="13767" y="26976"/>
                    <a:pt x="11354" y="25833"/>
                  </a:cubicBezTo>
                  <a:cubicBezTo>
                    <a:pt x="11227" y="25706"/>
                    <a:pt x="10973" y="25706"/>
                    <a:pt x="10846" y="25579"/>
                  </a:cubicBezTo>
                  <a:cubicBezTo>
                    <a:pt x="8687" y="24182"/>
                    <a:pt x="6020" y="21769"/>
                    <a:pt x="3861" y="18975"/>
                  </a:cubicBezTo>
                  <a:cubicBezTo>
                    <a:pt x="3734" y="18721"/>
                    <a:pt x="3607" y="18594"/>
                    <a:pt x="3480" y="18340"/>
                  </a:cubicBezTo>
                  <a:cubicBezTo>
                    <a:pt x="2464" y="16308"/>
                    <a:pt x="1702" y="14276"/>
                    <a:pt x="940" y="11482"/>
                  </a:cubicBezTo>
                  <a:cubicBezTo>
                    <a:pt x="940" y="11355"/>
                    <a:pt x="940" y="11228"/>
                    <a:pt x="813" y="11101"/>
                  </a:cubicBezTo>
                  <a:lnTo>
                    <a:pt x="51" y="5386"/>
                  </a:lnTo>
                  <a:cubicBezTo>
                    <a:pt x="-330" y="2846"/>
                    <a:pt x="1448" y="433"/>
                    <a:pt x="4115" y="52"/>
                  </a:cubicBezTo>
                  <a:cubicBezTo>
                    <a:pt x="6782" y="-329"/>
                    <a:pt x="9068" y="1449"/>
                    <a:pt x="9449" y="4116"/>
                  </a:cubicBezTo>
                  <a:lnTo>
                    <a:pt x="10211" y="9831"/>
                  </a:lnTo>
                  <a:lnTo>
                    <a:pt x="5512" y="10466"/>
                  </a:lnTo>
                  <a:lnTo>
                    <a:pt x="10084" y="9323"/>
                  </a:lnTo>
                  <a:cubicBezTo>
                    <a:pt x="10592" y="11355"/>
                    <a:pt x="11100" y="12752"/>
                    <a:pt x="11735" y="14022"/>
                  </a:cubicBezTo>
                  <a:lnTo>
                    <a:pt x="7544" y="16181"/>
                  </a:lnTo>
                  <a:lnTo>
                    <a:pt x="11354" y="13387"/>
                  </a:lnTo>
                  <a:cubicBezTo>
                    <a:pt x="12878" y="15419"/>
                    <a:pt x="14656" y="17070"/>
                    <a:pt x="15799" y="17705"/>
                  </a:cubicBezTo>
                  <a:lnTo>
                    <a:pt x="13259" y="21642"/>
                  </a:lnTo>
                  <a:lnTo>
                    <a:pt x="15164" y="17324"/>
                  </a:lnTo>
                  <a:cubicBezTo>
                    <a:pt x="16180" y="17832"/>
                    <a:pt x="18847" y="18467"/>
                    <a:pt x="22530" y="18721"/>
                  </a:cubicBezTo>
                  <a:cubicBezTo>
                    <a:pt x="25070" y="18848"/>
                    <a:pt x="27102" y="21134"/>
                    <a:pt x="26975" y="23674"/>
                  </a:cubicBezTo>
                  <a:cubicBezTo>
                    <a:pt x="26848" y="26214"/>
                    <a:pt x="24562" y="28246"/>
                    <a:pt x="22022" y="2811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06929" y="214878"/>
              <a:ext cx="36662" cy="35392"/>
            </a:xfrm>
            <a:custGeom>
              <a:avLst/>
              <a:gdLst/>
              <a:ahLst/>
              <a:cxnLst/>
              <a:rect r="r" b="b" t="t" l="l"/>
              <a:pathLst>
                <a:path h="35392" w="36662">
                  <a:moveTo>
                    <a:pt x="32085" y="9277"/>
                  </a:moveTo>
                  <a:cubicBezTo>
                    <a:pt x="29545" y="9404"/>
                    <a:pt x="27767" y="9658"/>
                    <a:pt x="25989" y="10166"/>
                  </a:cubicBezTo>
                  <a:lnTo>
                    <a:pt x="24846" y="5594"/>
                  </a:lnTo>
                  <a:lnTo>
                    <a:pt x="26370" y="10039"/>
                  </a:lnTo>
                  <a:cubicBezTo>
                    <a:pt x="24338" y="10801"/>
                    <a:pt x="22560" y="11563"/>
                    <a:pt x="20401" y="12833"/>
                  </a:cubicBezTo>
                  <a:lnTo>
                    <a:pt x="17988" y="8769"/>
                  </a:lnTo>
                  <a:lnTo>
                    <a:pt x="20782" y="12579"/>
                  </a:lnTo>
                  <a:cubicBezTo>
                    <a:pt x="18750" y="14103"/>
                    <a:pt x="17353" y="15246"/>
                    <a:pt x="14432" y="18802"/>
                  </a:cubicBezTo>
                  <a:lnTo>
                    <a:pt x="10876" y="15754"/>
                  </a:lnTo>
                  <a:lnTo>
                    <a:pt x="14940" y="18167"/>
                  </a:lnTo>
                  <a:cubicBezTo>
                    <a:pt x="12654" y="21850"/>
                    <a:pt x="11384" y="24771"/>
                    <a:pt x="9225" y="32010"/>
                  </a:cubicBezTo>
                  <a:cubicBezTo>
                    <a:pt x="8463" y="34550"/>
                    <a:pt x="5923" y="35947"/>
                    <a:pt x="3383" y="35185"/>
                  </a:cubicBezTo>
                  <a:cubicBezTo>
                    <a:pt x="843" y="34423"/>
                    <a:pt x="-554" y="31883"/>
                    <a:pt x="208" y="29343"/>
                  </a:cubicBezTo>
                  <a:cubicBezTo>
                    <a:pt x="2494" y="21723"/>
                    <a:pt x="4145" y="17913"/>
                    <a:pt x="6939" y="13341"/>
                  </a:cubicBezTo>
                  <a:cubicBezTo>
                    <a:pt x="7066" y="13087"/>
                    <a:pt x="7193" y="12960"/>
                    <a:pt x="7447" y="12706"/>
                  </a:cubicBezTo>
                  <a:cubicBezTo>
                    <a:pt x="10749" y="8769"/>
                    <a:pt x="12654" y="7118"/>
                    <a:pt x="15321" y="5213"/>
                  </a:cubicBezTo>
                  <a:cubicBezTo>
                    <a:pt x="15448" y="5086"/>
                    <a:pt x="15575" y="5086"/>
                    <a:pt x="15702" y="4959"/>
                  </a:cubicBezTo>
                  <a:cubicBezTo>
                    <a:pt x="18369" y="3308"/>
                    <a:pt x="20782" y="2292"/>
                    <a:pt x="23322" y="1276"/>
                  </a:cubicBezTo>
                  <a:cubicBezTo>
                    <a:pt x="23449" y="1276"/>
                    <a:pt x="23576" y="1149"/>
                    <a:pt x="23703" y="1149"/>
                  </a:cubicBezTo>
                  <a:cubicBezTo>
                    <a:pt x="26116" y="514"/>
                    <a:pt x="28529" y="133"/>
                    <a:pt x="31704" y="6"/>
                  </a:cubicBezTo>
                  <a:cubicBezTo>
                    <a:pt x="34244" y="-121"/>
                    <a:pt x="36530" y="1911"/>
                    <a:pt x="36657" y="4451"/>
                  </a:cubicBezTo>
                  <a:cubicBezTo>
                    <a:pt x="36784" y="6991"/>
                    <a:pt x="34752" y="9277"/>
                    <a:pt x="32212" y="940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201676" y="259461"/>
              <a:ext cx="137414" cy="9398"/>
            </a:xfrm>
            <a:custGeom>
              <a:avLst/>
              <a:gdLst/>
              <a:ahLst/>
              <a:cxnLst/>
              <a:rect r="r" b="b" t="t" l="l"/>
              <a:pathLst>
                <a:path h="9398" w="137414">
                  <a:moveTo>
                    <a:pt x="132715" y="9398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132715" y="0"/>
                  </a:lnTo>
                  <a:cubicBezTo>
                    <a:pt x="135255" y="0"/>
                    <a:pt x="137414" y="2159"/>
                    <a:pt x="137414" y="4699"/>
                  </a:cubicBezTo>
                  <a:cubicBezTo>
                    <a:pt x="137414" y="7239"/>
                    <a:pt x="135255" y="9398"/>
                    <a:pt x="132715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307162" y="259920"/>
              <a:ext cx="22455" cy="109952"/>
            </a:xfrm>
            <a:custGeom>
              <a:avLst/>
              <a:gdLst/>
              <a:ahLst/>
              <a:cxnLst/>
              <a:rect r="r" b="b" t="t" l="l"/>
              <a:pathLst>
                <a:path h="109952" w="22455">
                  <a:moveTo>
                    <a:pt x="22403" y="5383"/>
                  </a:moveTo>
                  <a:lnTo>
                    <a:pt x="9449" y="105840"/>
                  </a:lnTo>
                  <a:cubicBezTo>
                    <a:pt x="9068" y="108380"/>
                    <a:pt x="6782" y="110285"/>
                    <a:pt x="4115" y="109904"/>
                  </a:cubicBezTo>
                  <a:cubicBezTo>
                    <a:pt x="1448" y="109523"/>
                    <a:pt x="-330" y="107237"/>
                    <a:pt x="51" y="104570"/>
                  </a:cubicBezTo>
                  <a:lnTo>
                    <a:pt x="13005" y="4113"/>
                  </a:lnTo>
                  <a:cubicBezTo>
                    <a:pt x="13386" y="1573"/>
                    <a:pt x="15672" y="-332"/>
                    <a:pt x="18339" y="49"/>
                  </a:cubicBezTo>
                  <a:cubicBezTo>
                    <a:pt x="21006" y="430"/>
                    <a:pt x="22784" y="2716"/>
                    <a:pt x="22403" y="5383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200025" y="241046"/>
              <a:ext cx="140589" cy="9652"/>
            </a:xfrm>
            <a:custGeom>
              <a:avLst/>
              <a:gdLst/>
              <a:ahLst/>
              <a:cxnLst/>
              <a:rect r="r" b="b" t="t" l="l"/>
              <a:pathLst>
                <a:path h="9652" w="140589">
                  <a:moveTo>
                    <a:pt x="135890" y="9398"/>
                  </a:moveTo>
                  <a:lnTo>
                    <a:pt x="4699" y="9652"/>
                  </a:lnTo>
                  <a:cubicBezTo>
                    <a:pt x="2159" y="9652"/>
                    <a:pt x="0" y="7493"/>
                    <a:pt x="0" y="4953"/>
                  </a:cubicBezTo>
                  <a:cubicBezTo>
                    <a:pt x="0" y="2413"/>
                    <a:pt x="2159" y="254"/>
                    <a:pt x="4699" y="254"/>
                  </a:cubicBezTo>
                  <a:lnTo>
                    <a:pt x="135890" y="0"/>
                  </a:lnTo>
                  <a:cubicBezTo>
                    <a:pt x="138430" y="0"/>
                    <a:pt x="140589" y="2159"/>
                    <a:pt x="140589" y="4699"/>
                  </a:cubicBezTo>
                  <a:cubicBezTo>
                    <a:pt x="140589" y="7239"/>
                    <a:pt x="138430" y="9398"/>
                    <a:pt x="135890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329686" y="241040"/>
              <a:ext cx="10934" cy="27825"/>
            </a:xfrm>
            <a:custGeom>
              <a:avLst/>
              <a:gdLst/>
              <a:ahLst/>
              <a:cxnLst/>
              <a:rect r="r" b="b" t="t" l="l"/>
              <a:pathLst>
                <a:path h="27825" w="10934">
                  <a:moveTo>
                    <a:pt x="10928" y="5086"/>
                  </a:moveTo>
                  <a:lnTo>
                    <a:pt x="9404" y="23501"/>
                  </a:lnTo>
                  <a:cubicBezTo>
                    <a:pt x="9150" y="26041"/>
                    <a:pt x="6864" y="27946"/>
                    <a:pt x="4324" y="27819"/>
                  </a:cubicBezTo>
                  <a:cubicBezTo>
                    <a:pt x="1784" y="27692"/>
                    <a:pt x="-121" y="25279"/>
                    <a:pt x="6" y="22739"/>
                  </a:cubicBezTo>
                  <a:lnTo>
                    <a:pt x="1530" y="4324"/>
                  </a:lnTo>
                  <a:cubicBezTo>
                    <a:pt x="1784" y="1784"/>
                    <a:pt x="4070" y="-121"/>
                    <a:pt x="6610" y="6"/>
                  </a:cubicBezTo>
                  <a:cubicBezTo>
                    <a:pt x="9150" y="133"/>
                    <a:pt x="11055" y="2546"/>
                    <a:pt x="10928" y="5086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200129" y="241277"/>
              <a:ext cx="10967" cy="27604"/>
            </a:xfrm>
            <a:custGeom>
              <a:avLst/>
              <a:gdLst/>
              <a:ahLst/>
              <a:cxnLst/>
              <a:rect r="r" b="b" t="t" l="l"/>
              <a:pathLst>
                <a:path h="27604" w="10967">
                  <a:moveTo>
                    <a:pt x="1547" y="23264"/>
                  </a:moveTo>
                  <a:lnTo>
                    <a:pt x="23" y="5103"/>
                  </a:lnTo>
                  <a:cubicBezTo>
                    <a:pt x="-231" y="2563"/>
                    <a:pt x="1674" y="277"/>
                    <a:pt x="4341" y="23"/>
                  </a:cubicBezTo>
                  <a:cubicBezTo>
                    <a:pt x="7008" y="-231"/>
                    <a:pt x="9167" y="1674"/>
                    <a:pt x="9421" y="4341"/>
                  </a:cubicBezTo>
                  <a:lnTo>
                    <a:pt x="10945" y="22502"/>
                  </a:lnTo>
                  <a:cubicBezTo>
                    <a:pt x="11199" y="25042"/>
                    <a:pt x="9294" y="27328"/>
                    <a:pt x="6627" y="27582"/>
                  </a:cubicBezTo>
                  <a:cubicBezTo>
                    <a:pt x="3960" y="27836"/>
                    <a:pt x="1801" y="25931"/>
                    <a:pt x="1547" y="2326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307056" y="163546"/>
              <a:ext cx="41970" cy="21523"/>
            </a:xfrm>
            <a:custGeom>
              <a:avLst/>
              <a:gdLst/>
              <a:ahLst/>
              <a:cxnLst/>
              <a:rect r="r" b="b" t="t" l="l"/>
              <a:pathLst>
                <a:path h="21523" w="41970">
                  <a:moveTo>
                    <a:pt x="38892" y="9174"/>
                  </a:moveTo>
                  <a:lnTo>
                    <a:pt x="6380" y="21239"/>
                  </a:lnTo>
                  <a:cubicBezTo>
                    <a:pt x="3967" y="22128"/>
                    <a:pt x="1173" y="20858"/>
                    <a:pt x="284" y="18445"/>
                  </a:cubicBezTo>
                  <a:cubicBezTo>
                    <a:pt x="-605" y="16032"/>
                    <a:pt x="665" y="13238"/>
                    <a:pt x="3078" y="12349"/>
                  </a:cubicBezTo>
                  <a:lnTo>
                    <a:pt x="35590" y="284"/>
                  </a:lnTo>
                  <a:cubicBezTo>
                    <a:pt x="38003" y="-605"/>
                    <a:pt x="40797" y="665"/>
                    <a:pt x="41686" y="3078"/>
                  </a:cubicBezTo>
                  <a:cubicBezTo>
                    <a:pt x="42575" y="5491"/>
                    <a:pt x="41305" y="8285"/>
                    <a:pt x="38892" y="9174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240792" y="376047"/>
              <a:ext cx="54991" cy="9398"/>
            </a:xfrm>
            <a:custGeom>
              <a:avLst/>
              <a:gdLst/>
              <a:ahLst/>
              <a:cxnLst/>
              <a:rect r="r" b="b" t="t" l="l"/>
              <a:pathLst>
                <a:path h="9398" w="54991">
                  <a:moveTo>
                    <a:pt x="50292" y="9398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50292" y="0"/>
                  </a:lnTo>
                  <a:cubicBezTo>
                    <a:pt x="52832" y="0"/>
                    <a:pt x="54991" y="2159"/>
                    <a:pt x="54991" y="4699"/>
                  </a:cubicBezTo>
                  <a:cubicBezTo>
                    <a:pt x="54991" y="7239"/>
                    <a:pt x="52832" y="9398"/>
                    <a:pt x="50292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287259" y="187563"/>
              <a:ext cx="18573" cy="36607"/>
            </a:xfrm>
            <a:custGeom>
              <a:avLst/>
              <a:gdLst/>
              <a:ahLst/>
              <a:cxnLst/>
              <a:rect r="r" b="b" t="t" l="l"/>
              <a:pathLst>
                <a:path h="36607" w="18573">
                  <a:moveTo>
                    <a:pt x="18303" y="6239"/>
                  </a:moveTo>
                  <a:lnTo>
                    <a:pt x="9159" y="33417"/>
                  </a:lnTo>
                  <a:cubicBezTo>
                    <a:pt x="8270" y="35830"/>
                    <a:pt x="5603" y="37227"/>
                    <a:pt x="3190" y="36338"/>
                  </a:cubicBezTo>
                  <a:cubicBezTo>
                    <a:pt x="777" y="35449"/>
                    <a:pt x="-620" y="32782"/>
                    <a:pt x="269" y="30369"/>
                  </a:cubicBezTo>
                  <a:lnTo>
                    <a:pt x="9413" y="3191"/>
                  </a:lnTo>
                  <a:cubicBezTo>
                    <a:pt x="10302" y="778"/>
                    <a:pt x="12969" y="-619"/>
                    <a:pt x="15382" y="270"/>
                  </a:cubicBezTo>
                  <a:cubicBezTo>
                    <a:pt x="17795" y="1159"/>
                    <a:pt x="19192" y="3826"/>
                    <a:pt x="18303" y="6239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11025" y="259945"/>
              <a:ext cx="21560" cy="106728"/>
            </a:xfrm>
            <a:custGeom>
              <a:avLst/>
              <a:gdLst/>
              <a:ahLst/>
              <a:cxnLst/>
              <a:rect r="r" b="b" t="t" l="l"/>
              <a:pathLst>
                <a:path h="106728" w="21560">
                  <a:moveTo>
                    <a:pt x="12241" y="102640"/>
                  </a:moveTo>
                  <a:lnTo>
                    <a:pt x="49" y="5231"/>
                  </a:lnTo>
                  <a:cubicBezTo>
                    <a:pt x="-332" y="2691"/>
                    <a:pt x="1573" y="278"/>
                    <a:pt x="4113" y="24"/>
                  </a:cubicBezTo>
                  <a:cubicBezTo>
                    <a:pt x="6653" y="-230"/>
                    <a:pt x="9066" y="1548"/>
                    <a:pt x="9320" y="4088"/>
                  </a:cubicBezTo>
                  <a:lnTo>
                    <a:pt x="21512" y="101497"/>
                  </a:lnTo>
                  <a:cubicBezTo>
                    <a:pt x="21893" y="104037"/>
                    <a:pt x="19988" y="106450"/>
                    <a:pt x="17448" y="106704"/>
                  </a:cubicBezTo>
                  <a:cubicBezTo>
                    <a:pt x="14908" y="106958"/>
                    <a:pt x="12495" y="105180"/>
                    <a:pt x="12241" y="102640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233934" y="214757"/>
              <a:ext cx="61595" cy="9398"/>
            </a:xfrm>
            <a:custGeom>
              <a:avLst/>
              <a:gdLst/>
              <a:ahLst/>
              <a:cxnLst/>
              <a:rect r="r" b="b" t="t" l="l"/>
              <a:pathLst>
                <a:path h="9398" w="61595">
                  <a:moveTo>
                    <a:pt x="56896" y="9398"/>
                  </a:moveTo>
                  <a:lnTo>
                    <a:pt x="4699" y="9398"/>
                  </a:lnTo>
                  <a:cubicBezTo>
                    <a:pt x="2159" y="9398"/>
                    <a:pt x="0" y="7239"/>
                    <a:pt x="0" y="4699"/>
                  </a:cubicBezTo>
                  <a:cubicBezTo>
                    <a:pt x="0" y="2159"/>
                    <a:pt x="2159" y="0"/>
                    <a:pt x="4699" y="0"/>
                  </a:cubicBezTo>
                  <a:lnTo>
                    <a:pt x="56896" y="0"/>
                  </a:lnTo>
                  <a:cubicBezTo>
                    <a:pt x="59436" y="0"/>
                    <a:pt x="61595" y="2159"/>
                    <a:pt x="61595" y="4699"/>
                  </a:cubicBezTo>
                  <a:cubicBezTo>
                    <a:pt x="61595" y="7239"/>
                    <a:pt x="59436" y="9398"/>
                    <a:pt x="56896" y="9398"/>
                  </a:cubicBezTo>
                  <a:close/>
                </a:path>
              </a:pathLst>
            </a:custGeom>
            <a:solidFill>
              <a:srgbClr val="E5E0DF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4906413" y="549031"/>
            <a:ext cx="5984062" cy="88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b="true" sz="2789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Best Practices for Inventory Optimization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151769" y="1574673"/>
            <a:ext cx="108423" cy="3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657555" y="2774823"/>
            <a:ext cx="1859137" cy="28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Demand Forecasting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141177" y="3071079"/>
            <a:ext cx="35852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445023" y="1679448"/>
            <a:ext cx="2271074" cy="28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Regular</a:t>
            </a:r>
            <a:r>
              <a:rPr lang="en-US" b="true" sz="1394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Cycle</a:t>
            </a:r>
            <a:r>
              <a:rPr lang="en-US" b="true" sz="1394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Counting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516729" y="1975704"/>
            <a:ext cx="35852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870229" y="3870198"/>
            <a:ext cx="2271074" cy="28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Supplier Collaboration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178334" y="4166454"/>
            <a:ext cx="35852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6082903" y="4965583"/>
            <a:ext cx="2580018" cy="28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b="true" sz="139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Continuous Review Systems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563973" y="5261829"/>
            <a:ext cx="35852" cy="25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870229" y="4223604"/>
            <a:ext cx="4543844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Buildstrongrelationshipswithsuppliers for flexible lead times and rapid 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870229" y="4423629"/>
            <a:ext cx="1807864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replenishment when needed.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5445023" y="2032854"/>
            <a:ext cx="5061499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Conduct frequentauditsandphysicalcounts to maintain inventory accuracy and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445023" y="2232879"/>
            <a:ext cx="1875149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identify discrepancies quickly.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6082903" y="5318979"/>
            <a:ext cx="4447156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Monitorhigh-valueorfast-movingitemsconstantly to optimize reorder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6082903" y="5519004"/>
            <a:ext cx="1356093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points and quantities.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657555" y="3128229"/>
            <a:ext cx="5061652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Analyzehistoricalsalesdataand market trends to predict future inventory needs 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5657555" y="3328254"/>
            <a:ext cx="1393746" cy="197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sz="111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with greater precision.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0163" y="1412472"/>
            <a:ext cx="10058029" cy="89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b="true" sz="3488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Measuring Success: Key Metrics to Track</a:t>
            </a:r>
          </a:p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Monitor these critical performance indicators to evaluate and improve your inventory management effectiveness.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5572" y="4086501"/>
            <a:ext cx="2176910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How often inventory is sold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520" y="4372251"/>
            <a:ext cx="2397328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and replaced during a specific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0770" y="4658001"/>
            <a:ext cx="2370468" cy="55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period (industry average: 4-12 times annually).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80645" y="4086501"/>
            <a:ext cx="1947843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Average number of days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0166" y="4372251"/>
            <a:ext cx="2458812" cy="5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inventory sits in storage before being sold (lower is better).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5567" y="3368516"/>
            <a:ext cx="135531" cy="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57440" y="3753126"/>
            <a:ext cx="2204847" cy="33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Frequency of running out of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89587" y="4153176"/>
            <a:ext cx="2139410" cy="22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stock for key items (target: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12103" y="4324626"/>
            <a:ext cx="1481490" cy="61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1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under 3% for most </a:t>
            </a:r>
          </a:p>
          <a:p>
            <a:pPr algn="ctr">
              <a:lnSpc>
                <a:spcPts val="1488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businesses).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7415" y="4086501"/>
            <a:ext cx="2169776" cy="2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Total cost to hold inventory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68916" y="4372251"/>
            <a:ext cx="2347941" cy="8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1394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including storage, insurance, and depreciation (typically 20- 30% of inventory value).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4101" y="2498855"/>
            <a:ext cx="357864" cy="80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5"/>
              </a:lnSpc>
            </a:pPr>
            <a:r>
              <a:rPr lang="en-US" b="true" sz="460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80272" y="2889380"/>
            <a:ext cx="697802" cy="41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460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30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45300" y="3244691"/>
            <a:ext cx="135531" cy="4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82978" y="2498855"/>
            <a:ext cx="697802" cy="80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5"/>
              </a:lnSpc>
            </a:pPr>
            <a:r>
              <a:rPr lang="en-US" b="true" sz="460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2%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19149" y="2889380"/>
            <a:ext cx="1037730" cy="41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b="true" sz="4604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25%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9117" y="3244691"/>
            <a:ext cx="135531" cy="49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4494" y="3454241"/>
            <a:ext cx="2453592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Inventory Turnover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95130" y="3730466"/>
            <a:ext cx="650634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Ratio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40303" y="3454241"/>
            <a:ext cx="2324852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DaysofInventory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1630" y="3730466"/>
            <a:ext cx="908180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on</a:t>
            </a: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Hand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95565" y="3425666"/>
            <a:ext cx="1680839" cy="310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Stockout</a:t>
            </a:r>
            <a:r>
              <a:rPr lang="en-US" b="true" sz="174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09114" y="3454241"/>
            <a:ext cx="2195979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CarryingCostof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050988" y="3730466"/>
            <a:ext cx="1165736" cy="28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b="true" sz="1743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Inventory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246"/>
            <a:ext cx="11556997" cy="6565897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12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143750" y="9525"/>
            <a:ext cx="4286250" cy="6429375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9125" y="1819275"/>
            <a:ext cx="2876550" cy="2009775"/>
            <a:chOff x="0" y="0"/>
            <a:chExt cx="2876550" cy="2009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76550" cy="2009775"/>
            </a:xfrm>
            <a:custGeom>
              <a:avLst/>
              <a:gdLst/>
              <a:ahLst/>
              <a:cxnLst/>
              <a:rect r="r" b="b" t="t" l="l"/>
              <a:pathLst>
                <a:path h="2009775" w="2876550">
                  <a:moveTo>
                    <a:pt x="0" y="1988693"/>
                  </a:moveTo>
                  <a:lnTo>
                    <a:pt x="0" y="21082"/>
                  </a:lnTo>
                  <a:cubicBezTo>
                    <a:pt x="0" y="18288"/>
                    <a:pt x="508" y="15621"/>
                    <a:pt x="1651" y="13081"/>
                  </a:cubicBezTo>
                  <a:cubicBezTo>
                    <a:pt x="2794" y="10541"/>
                    <a:pt x="4191" y="8128"/>
                    <a:pt x="6223" y="6096"/>
                  </a:cubicBezTo>
                  <a:cubicBezTo>
                    <a:pt x="8255" y="4064"/>
                    <a:pt x="10414" y="2667"/>
                    <a:pt x="12954" y="1651"/>
                  </a:cubicBezTo>
                  <a:cubicBezTo>
                    <a:pt x="15494" y="635"/>
                    <a:pt x="18288" y="0"/>
                    <a:pt x="21082" y="0"/>
                  </a:cubicBezTo>
                  <a:lnTo>
                    <a:pt x="2855468" y="0"/>
                  </a:lnTo>
                  <a:cubicBezTo>
                    <a:pt x="2858262" y="0"/>
                    <a:pt x="2860929" y="508"/>
                    <a:pt x="2863469" y="1651"/>
                  </a:cubicBezTo>
                  <a:cubicBezTo>
                    <a:pt x="2866009" y="2794"/>
                    <a:pt x="2868295" y="4191"/>
                    <a:pt x="2870327" y="6223"/>
                  </a:cubicBezTo>
                  <a:cubicBezTo>
                    <a:pt x="2872359" y="8255"/>
                    <a:pt x="2873883" y="10414"/>
                    <a:pt x="2874899" y="13081"/>
                  </a:cubicBezTo>
                  <a:cubicBezTo>
                    <a:pt x="2875915" y="15748"/>
                    <a:pt x="2876550" y="18288"/>
                    <a:pt x="2876550" y="21082"/>
                  </a:cubicBezTo>
                  <a:lnTo>
                    <a:pt x="2876550" y="1988693"/>
                  </a:lnTo>
                  <a:cubicBezTo>
                    <a:pt x="2876550" y="1991487"/>
                    <a:pt x="2876042" y="1994154"/>
                    <a:pt x="2874899" y="1996694"/>
                  </a:cubicBezTo>
                  <a:cubicBezTo>
                    <a:pt x="2873756" y="1999234"/>
                    <a:pt x="2872359" y="2001520"/>
                    <a:pt x="2870327" y="2003552"/>
                  </a:cubicBezTo>
                  <a:cubicBezTo>
                    <a:pt x="2868295" y="2005584"/>
                    <a:pt x="2866136" y="2007108"/>
                    <a:pt x="2863469" y="2008124"/>
                  </a:cubicBezTo>
                  <a:cubicBezTo>
                    <a:pt x="2860802" y="2009140"/>
                    <a:pt x="2858262" y="2009775"/>
                    <a:pt x="2855468" y="2009775"/>
                  </a:cubicBezTo>
                  <a:lnTo>
                    <a:pt x="21082" y="2009775"/>
                  </a:lnTo>
                  <a:cubicBezTo>
                    <a:pt x="18288" y="2009775"/>
                    <a:pt x="15621" y="2009267"/>
                    <a:pt x="13081" y="2008124"/>
                  </a:cubicBezTo>
                  <a:cubicBezTo>
                    <a:pt x="10541" y="2006981"/>
                    <a:pt x="8255" y="2005584"/>
                    <a:pt x="6223" y="2003552"/>
                  </a:cubicBezTo>
                  <a:cubicBezTo>
                    <a:pt x="4191" y="2001520"/>
                    <a:pt x="2794" y="1999361"/>
                    <a:pt x="1651" y="1996694"/>
                  </a:cubicBezTo>
                  <a:cubicBezTo>
                    <a:pt x="508" y="1994027"/>
                    <a:pt x="0" y="1991487"/>
                    <a:pt x="0" y="1988693"/>
                  </a:cubicBezTo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19125" y="3990975"/>
            <a:ext cx="5905500" cy="1219200"/>
            <a:chOff x="0" y="0"/>
            <a:chExt cx="59055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5500" cy="1219199"/>
            </a:xfrm>
            <a:custGeom>
              <a:avLst/>
              <a:gdLst/>
              <a:ahLst/>
              <a:cxnLst/>
              <a:rect r="r" b="b" t="t" l="l"/>
              <a:pathLst>
                <a:path h="1219199" w="5905500">
                  <a:moveTo>
                    <a:pt x="0" y="1198117"/>
                  </a:moveTo>
                  <a:lnTo>
                    <a:pt x="0" y="21082"/>
                  </a:lnTo>
                  <a:cubicBezTo>
                    <a:pt x="0" y="18288"/>
                    <a:pt x="508" y="15621"/>
                    <a:pt x="1651" y="13081"/>
                  </a:cubicBezTo>
                  <a:cubicBezTo>
                    <a:pt x="2794" y="10541"/>
                    <a:pt x="4191" y="8128"/>
                    <a:pt x="6223" y="6223"/>
                  </a:cubicBezTo>
                  <a:cubicBezTo>
                    <a:pt x="8255" y="4318"/>
                    <a:pt x="10414" y="2667"/>
                    <a:pt x="12954" y="1651"/>
                  </a:cubicBezTo>
                  <a:cubicBezTo>
                    <a:pt x="15494" y="635"/>
                    <a:pt x="18288" y="0"/>
                    <a:pt x="21082" y="0"/>
                  </a:cubicBezTo>
                  <a:lnTo>
                    <a:pt x="5884418" y="0"/>
                  </a:lnTo>
                  <a:cubicBezTo>
                    <a:pt x="5887212" y="0"/>
                    <a:pt x="5889879" y="508"/>
                    <a:pt x="5892419" y="1651"/>
                  </a:cubicBezTo>
                  <a:cubicBezTo>
                    <a:pt x="5894959" y="2794"/>
                    <a:pt x="5897245" y="4191"/>
                    <a:pt x="5899277" y="6223"/>
                  </a:cubicBezTo>
                  <a:cubicBezTo>
                    <a:pt x="5901309" y="8255"/>
                    <a:pt x="5902833" y="10414"/>
                    <a:pt x="5903849" y="13081"/>
                  </a:cubicBezTo>
                  <a:cubicBezTo>
                    <a:pt x="5904865" y="15748"/>
                    <a:pt x="5905500" y="18288"/>
                    <a:pt x="5905500" y="21082"/>
                  </a:cubicBezTo>
                  <a:lnTo>
                    <a:pt x="5905500" y="1198117"/>
                  </a:lnTo>
                  <a:cubicBezTo>
                    <a:pt x="5905500" y="1200911"/>
                    <a:pt x="5904992" y="1203578"/>
                    <a:pt x="5903849" y="1206118"/>
                  </a:cubicBezTo>
                  <a:cubicBezTo>
                    <a:pt x="5902706" y="1208658"/>
                    <a:pt x="5901309" y="1210944"/>
                    <a:pt x="5899277" y="1212976"/>
                  </a:cubicBezTo>
                  <a:cubicBezTo>
                    <a:pt x="5897245" y="1215008"/>
                    <a:pt x="5894959" y="1216532"/>
                    <a:pt x="5892419" y="1217548"/>
                  </a:cubicBezTo>
                  <a:cubicBezTo>
                    <a:pt x="5889879" y="1218564"/>
                    <a:pt x="5887212" y="1219199"/>
                    <a:pt x="5884418" y="1219199"/>
                  </a:cubicBezTo>
                  <a:lnTo>
                    <a:pt x="21082" y="1219199"/>
                  </a:lnTo>
                  <a:cubicBezTo>
                    <a:pt x="18288" y="1219199"/>
                    <a:pt x="15621" y="1218691"/>
                    <a:pt x="13081" y="1217548"/>
                  </a:cubicBezTo>
                  <a:cubicBezTo>
                    <a:pt x="10541" y="1216405"/>
                    <a:pt x="8255" y="1215008"/>
                    <a:pt x="6223" y="1212976"/>
                  </a:cubicBezTo>
                  <a:cubicBezTo>
                    <a:pt x="4191" y="1210944"/>
                    <a:pt x="2794" y="1208785"/>
                    <a:pt x="1651" y="1206118"/>
                  </a:cubicBezTo>
                  <a:cubicBezTo>
                    <a:pt x="508" y="1203451"/>
                    <a:pt x="0" y="1200911"/>
                    <a:pt x="0" y="1198117"/>
                  </a:cubicBezTo>
                </a:path>
              </a:pathLst>
            </a:custGeom>
            <a:solidFill>
              <a:srgbClr val="40404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48075" y="1819275"/>
            <a:ext cx="2876550" cy="2009775"/>
            <a:chOff x="0" y="0"/>
            <a:chExt cx="2876550" cy="20097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76550" cy="2009775"/>
            </a:xfrm>
            <a:custGeom>
              <a:avLst/>
              <a:gdLst/>
              <a:ahLst/>
              <a:cxnLst/>
              <a:rect r="r" b="b" t="t" l="l"/>
              <a:pathLst>
                <a:path h="2009775" w="2876550">
                  <a:moveTo>
                    <a:pt x="0" y="1988693"/>
                  </a:moveTo>
                  <a:lnTo>
                    <a:pt x="0" y="21082"/>
                  </a:lnTo>
                  <a:cubicBezTo>
                    <a:pt x="0" y="18288"/>
                    <a:pt x="508" y="15621"/>
                    <a:pt x="1651" y="13081"/>
                  </a:cubicBezTo>
                  <a:cubicBezTo>
                    <a:pt x="2794" y="10541"/>
                    <a:pt x="4191" y="8128"/>
                    <a:pt x="6223" y="6096"/>
                  </a:cubicBezTo>
                  <a:cubicBezTo>
                    <a:pt x="8255" y="4064"/>
                    <a:pt x="10414" y="2667"/>
                    <a:pt x="12954" y="1651"/>
                  </a:cubicBezTo>
                  <a:cubicBezTo>
                    <a:pt x="15494" y="635"/>
                    <a:pt x="18288" y="0"/>
                    <a:pt x="21082" y="0"/>
                  </a:cubicBezTo>
                  <a:lnTo>
                    <a:pt x="2855468" y="0"/>
                  </a:lnTo>
                  <a:cubicBezTo>
                    <a:pt x="2858262" y="0"/>
                    <a:pt x="2860929" y="508"/>
                    <a:pt x="2863469" y="1651"/>
                  </a:cubicBezTo>
                  <a:cubicBezTo>
                    <a:pt x="2866009" y="2794"/>
                    <a:pt x="2868295" y="4191"/>
                    <a:pt x="2870327" y="6223"/>
                  </a:cubicBezTo>
                  <a:cubicBezTo>
                    <a:pt x="2872359" y="8255"/>
                    <a:pt x="2873883" y="10414"/>
                    <a:pt x="2874899" y="13081"/>
                  </a:cubicBezTo>
                  <a:cubicBezTo>
                    <a:pt x="2875915" y="15748"/>
                    <a:pt x="2876550" y="18288"/>
                    <a:pt x="2876550" y="21082"/>
                  </a:cubicBezTo>
                  <a:lnTo>
                    <a:pt x="2876550" y="1988693"/>
                  </a:lnTo>
                  <a:cubicBezTo>
                    <a:pt x="2876550" y="1991487"/>
                    <a:pt x="2876042" y="1994154"/>
                    <a:pt x="2874899" y="1996694"/>
                  </a:cubicBezTo>
                  <a:cubicBezTo>
                    <a:pt x="2873756" y="1999234"/>
                    <a:pt x="2872359" y="2001520"/>
                    <a:pt x="2870327" y="2003552"/>
                  </a:cubicBezTo>
                  <a:cubicBezTo>
                    <a:pt x="2868295" y="2005584"/>
                    <a:pt x="2866009" y="2007108"/>
                    <a:pt x="2863469" y="2008124"/>
                  </a:cubicBezTo>
                  <a:cubicBezTo>
                    <a:pt x="2860929" y="2009140"/>
                    <a:pt x="2858262" y="2009775"/>
                    <a:pt x="2855468" y="2009775"/>
                  </a:cubicBezTo>
                  <a:lnTo>
                    <a:pt x="21082" y="2009775"/>
                  </a:lnTo>
                  <a:cubicBezTo>
                    <a:pt x="18288" y="2009775"/>
                    <a:pt x="15621" y="2009267"/>
                    <a:pt x="13081" y="2008124"/>
                  </a:cubicBezTo>
                  <a:cubicBezTo>
                    <a:pt x="10541" y="2006981"/>
                    <a:pt x="8255" y="2005584"/>
                    <a:pt x="6223" y="2003552"/>
                  </a:cubicBezTo>
                  <a:cubicBezTo>
                    <a:pt x="4191" y="2001520"/>
                    <a:pt x="2794" y="1999361"/>
                    <a:pt x="1651" y="1996694"/>
                  </a:cubicBezTo>
                  <a:cubicBezTo>
                    <a:pt x="508" y="1994027"/>
                    <a:pt x="0" y="1991487"/>
                    <a:pt x="0" y="1988693"/>
                  </a:cubicBezTo>
                </a:path>
              </a:pathLst>
            </a:custGeom>
            <a:solidFill>
              <a:srgbClr val="40404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20163" y="491785"/>
            <a:ext cx="6129347" cy="107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b="true" sz="3313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Transform Your Inventory Management Today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7907" y="1788938"/>
            <a:ext cx="128768" cy="45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1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489" y="1960388"/>
            <a:ext cx="2329844" cy="28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Drive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Profitability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489" y="4074938"/>
            <a:ext cx="2941253" cy="3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Gain Operational Agility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392" y="4427963"/>
            <a:ext cx="42577" cy="31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20125" y="1988963"/>
            <a:ext cx="1718434" cy="51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Boost</a:t>
            </a:r>
            <a:r>
              <a:rPr lang="en-US" b="true" sz="1656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 </a:t>
            </a:r>
            <a:r>
              <a:rPr lang="en-US" b="true" sz="1656">
                <a:solidFill>
                  <a:srgbClr val="E5E0D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Customer Satisfaction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6350" y="2465813"/>
            <a:ext cx="42577" cy="37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489" y="2322938"/>
            <a:ext cx="2503484" cy="103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0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Effective inventory management directly impacts your bottom line by reducing costs and optimizing </a:t>
            </a:r>
          </a:p>
          <a:p>
            <a:pPr algn="l">
              <a:lnSpc>
                <a:spcPts val="2250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working capital.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489" y="4494638"/>
            <a:ext cx="5635514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Investintechnology, adopt provenbestpractices, and continuously monitor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8489" y="4751813"/>
            <a:ext cx="3776291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key metrics to unlock your business's full potential.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0163" y="5247113"/>
            <a:ext cx="5782761" cy="62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b="true" sz="1325">
                <a:solidFill>
                  <a:srgbClr val="DCFF50"/>
                </a:solidFill>
                <a:latin typeface="Roboto Bold"/>
                <a:ea typeface="Roboto Bold"/>
                <a:cs typeface="Roboto Bold"/>
                <a:sym typeface="Roboto Bold"/>
              </a:rPr>
              <a:t>Start your journey to smarter inventory control now</a:t>
            </a: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 and watch your business </a:t>
            </a:r>
          </a:p>
          <a:p>
            <a:pPr algn="l">
              <a:lnSpc>
                <a:spcPts val="736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transform.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0125" y="2589638"/>
            <a:ext cx="2498169" cy="248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Neverdisappoint customers with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20125" y="2846813"/>
            <a:ext cx="2582570" cy="78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325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stockouts when you have the right products available at the right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DAHDL6v6F7M</dc:identifier>
  <dcterms:modified xsi:type="dcterms:W3CDTF">2011-08-01T06:04:30Z</dcterms:modified>
  <cp:revision>1</cp:revision>
  <dc:title>Product-Inventory-Management-Optimizing-Stock-for-Business-Success.pdf</dc:title>
</cp:coreProperties>
</file>